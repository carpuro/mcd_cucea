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59" r:id="rId4"/>
    <p:sldId id="261" r:id="rId5"/>
    <p:sldId id="263" r:id="rId6"/>
    <p:sldId id="265" r:id="rId7"/>
    <p:sldId id="269" r:id="rId8"/>
    <p:sldId id="268" r:id="rId9"/>
    <p:sldId id="262" r:id="rId10"/>
    <p:sldId id="271" r:id="rId11"/>
    <p:sldId id="272" r:id="rId12"/>
    <p:sldId id="273"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p:scale>
          <a:sx n="100" d="100"/>
          <a:sy n="100" d="100"/>
        </p:scale>
        <p:origin x="9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image" Target="../media/image14.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image" Target="../media/image32.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diagrams/_rels/data10.xml.rels><?xml version="1.0" encoding="UTF-8" standalone="yes"?>
<Relationships xmlns="http://schemas.openxmlformats.org/package/2006/relationships"><Relationship Id="rId1" Type="http://schemas.openxmlformats.org/officeDocument/2006/relationships/image" Target="../media/image4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image" Target="../media/image15.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image" Target="../media/image32.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diagrams/_rels/drawing10.xml.rels><?xml version="1.0" encoding="UTF-8" standalone="yes"?>
<Relationships xmlns="http://schemas.openxmlformats.org/package/2006/relationships"><Relationship Id="rId1" Type="http://schemas.openxmlformats.org/officeDocument/2006/relationships/image" Target="../media/image4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32835D-7617-4B08-8D56-22088C70B0C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9492F71-C626-44E3-B211-3FF06A6A000C}">
      <dgm:prSet/>
      <dgm:spPr/>
      <dgm:t>
        <a:bodyPr/>
        <a:lstStyle/>
        <a:p>
          <a:pPr>
            <a:lnSpc>
              <a:spcPct val="100000"/>
            </a:lnSpc>
          </a:pPr>
          <a:r>
            <a:rPr lang="es-ES"/>
            <a:t>Es el </a:t>
          </a:r>
          <a:r>
            <a:rPr lang="es-ES" b="1"/>
            <a:t>medio visual</a:t>
          </a:r>
          <a:r>
            <a:rPr lang="es-ES"/>
            <a:t> que permite la interacción entre el usuario y el sistema operativo o aplicación.</a:t>
          </a:r>
          <a:endParaRPr lang="en-US"/>
        </a:p>
      </dgm:t>
    </dgm:pt>
    <dgm:pt modelId="{9653BC7E-BCB2-4A9F-8F0A-29B4D3B63D8A}" type="parTrans" cxnId="{A5D81877-CEB3-49C4-ABCE-06DA3A148420}">
      <dgm:prSet/>
      <dgm:spPr/>
      <dgm:t>
        <a:bodyPr/>
        <a:lstStyle/>
        <a:p>
          <a:endParaRPr lang="en-US"/>
        </a:p>
      </dgm:t>
    </dgm:pt>
    <dgm:pt modelId="{8694491D-1D45-4E5E-9580-8B6C0D707E09}" type="sibTrans" cxnId="{A5D81877-CEB3-49C4-ABCE-06DA3A148420}">
      <dgm:prSet/>
      <dgm:spPr/>
      <dgm:t>
        <a:bodyPr/>
        <a:lstStyle/>
        <a:p>
          <a:endParaRPr lang="en-US"/>
        </a:p>
      </dgm:t>
    </dgm:pt>
    <dgm:pt modelId="{A2EC0471-D785-4EC8-9900-72F7EF1BE381}">
      <dgm:prSet/>
      <dgm:spPr/>
      <dgm:t>
        <a:bodyPr/>
        <a:lstStyle/>
        <a:p>
          <a:pPr>
            <a:lnSpc>
              <a:spcPct val="100000"/>
            </a:lnSpc>
          </a:pPr>
          <a:r>
            <a:rPr lang="es-ES"/>
            <a:t>Sustituye las interfaces de línea de comandos (CLI) por </a:t>
          </a:r>
          <a:r>
            <a:rPr lang="es-ES" b="1"/>
            <a:t>ventanas, botones, íconos y menús</a:t>
          </a:r>
          <a:r>
            <a:rPr lang="es-ES"/>
            <a:t>.</a:t>
          </a:r>
          <a:endParaRPr lang="en-US"/>
        </a:p>
      </dgm:t>
    </dgm:pt>
    <dgm:pt modelId="{CB6C42DF-FF13-487C-B4A3-38C930745A49}" type="parTrans" cxnId="{81FFB732-752F-4CAA-A588-21CA3F2271B8}">
      <dgm:prSet/>
      <dgm:spPr/>
      <dgm:t>
        <a:bodyPr/>
        <a:lstStyle/>
        <a:p>
          <a:endParaRPr lang="en-US"/>
        </a:p>
      </dgm:t>
    </dgm:pt>
    <dgm:pt modelId="{C22BE456-88DD-4C1B-8CCF-8945B207E255}" type="sibTrans" cxnId="{81FFB732-752F-4CAA-A588-21CA3F2271B8}">
      <dgm:prSet/>
      <dgm:spPr/>
      <dgm:t>
        <a:bodyPr/>
        <a:lstStyle/>
        <a:p>
          <a:endParaRPr lang="en-US"/>
        </a:p>
      </dgm:t>
    </dgm:pt>
    <dgm:pt modelId="{818C9CA4-ED5A-42DA-A9E8-8F39A03EF26B}">
      <dgm:prSet/>
      <dgm:spPr/>
      <dgm:t>
        <a:bodyPr/>
        <a:lstStyle/>
        <a:p>
          <a:pPr>
            <a:lnSpc>
              <a:spcPct val="100000"/>
            </a:lnSpc>
          </a:pPr>
          <a:r>
            <a:rPr lang="es-ES" dirty="0"/>
            <a:t>Busca ser </a:t>
          </a:r>
          <a:r>
            <a:rPr lang="es-ES" b="1" dirty="0"/>
            <a:t>intuitiva</a:t>
          </a:r>
          <a:r>
            <a:rPr lang="es-ES" dirty="0"/>
            <a:t>, </a:t>
          </a:r>
          <a:r>
            <a:rPr lang="es-ES" b="1" dirty="0"/>
            <a:t>eficiente</a:t>
          </a:r>
          <a:r>
            <a:rPr lang="es-ES" dirty="0"/>
            <a:t> y </a:t>
          </a:r>
          <a:r>
            <a:rPr lang="es-ES" b="1" dirty="0"/>
            <a:t>amigable</a:t>
          </a:r>
          <a:r>
            <a:rPr lang="es-ES" dirty="0"/>
            <a:t>.</a:t>
          </a:r>
          <a:endParaRPr lang="en-US" dirty="0"/>
        </a:p>
      </dgm:t>
    </dgm:pt>
    <dgm:pt modelId="{808BC6AF-0D77-42F3-97B5-6CD19C703EF9}" type="parTrans" cxnId="{C7341CCA-9AF3-4113-84A3-EB3784FFCD62}">
      <dgm:prSet/>
      <dgm:spPr/>
      <dgm:t>
        <a:bodyPr/>
        <a:lstStyle/>
        <a:p>
          <a:endParaRPr lang="en-US"/>
        </a:p>
      </dgm:t>
    </dgm:pt>
    <dgm:pt modelId="{B7B5703B-4113-4269-AB1D-962CD8D449E0}" type="sibTrans" cxnId="{C7341CCA-9AF3-4113-84A3-EB3784FFCD62}">
      <dgm:prSet/>
      <dgm:spPr/>
      <dgm:t>
        <a:bodyPr/>
        <a:lstStyle/>
        <a:p>
          <a:endParaRPr lang="en-US"/>
        </a:p>
      </dgm:t>
    </dgm:pt>
    <dgm:pt modelId="{4837DD10-A4AB-451C-BC3B-9B2623FC9FCD}" type="pres">
      <dgm:prSet presAssocID="{9632835D-7617-4B08-8D56-22088C70B0CF}" presName="root" presStyleCnt="0">
        <dgm:presLayoutVars>
          <dgm:dir/>
          <dgm:resizeHandles val="exact"/>
        </dgm:presLayoutVars>
      </dgm:prSet>
      <dgm:spPr/>
    </dgm:pt>
    <dgm:pt modelId="{C3283C13-6B04-42CB-A140-2FE0AA597E5B}" type="pres">
      <dgm:prSet presAssocID="{89492F71-C626-44E3-B211-3FF06A6A000C}" presName="compNode" presStyleCnt="0"/>
      <dgm:spPr/>
    </dgm:pt>
    <dgm:pt modelId="{31782021-6A4C-47FF-8073-56C0F1F6446C}" type="pres">
      <dgm:prSet presAssocID="{89492F71-C626-44E3-B211-3FF06A6A00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ador"/>
        </a:ext>
      </dgm:extLst>
    </dgm:pt>
    <dgm:pt modelId="{FEBE1853-BCC2-4951-B5C7-87A055FBA89B}" type="pres">
      <dgm:prSet presAssocID="{89492F71-C626-44E3-B211-3FF06A6A000C}" presName="spaceRect" presStyleCnt="0"/>
      <dgm:spPr/>
    </dgm:pt>
    <dgm:pt modelId="{AD674846-AC19-40D3-82BD-6A6B10919F70}" type="pres">
      <dgm:prSet presAssocID="{89492F71-C626-44E3-B211-3FF06A6A000C}" presName="textRect" presStyleLbl="revTx" presStyleIdx="0" presStyleCnt="3">
        <dgm:presLayoutVars>
          <dgm:chMax val="1"/>
          <dgm:chPref val="1"/>
        </dgm:presLayoutVars>
      </dgm:prSet>
      <dgm:spPr/>
    </dgm:pt>
    <dgm:pt modelId="{15912464-A10F-4A7A-B5DB-AA5D26F8A6D6}" type="pres">
      <dgm:prSet presAssocID="{8694491D-1D45-4E5E-9580-8B6C0D707E09}" presName="sibTrans" presStyleCnt="0"/>
      <dgm:spPr/>
    </dgm:pt>
    <dgm:pt modelId="{00D30B10-2414-4F9C-9AE7-C8E9E886272B}" type="pres">
      <dgm:prSet presAssocID="{A2EC0471-D785-4EC8-9900-72F7EF1BE381}" presName="compNode" presStyleCnt="0"/>
      <dgm:spPr/>
    </dgm:pt>
    <dgm:pt modelId="{3054BAC0-CF46-49E0-9E2A-F3935EBEF207}" type="pres">
      <dgm:prSet presAssocID="{A2EC0471-D785-4EC8-9900-72F7EF1BE38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owser Window"/>
        </a:ext>
      </dgm:extLst>
    </dgm:pt>
    <dgm:pt modelId="{B923E946-D5C8-4E92-8A05-E9F2042EC447}" type="pres">
      <dgm:prSet presAssocID="{A2EC0471-D785-4EC8-9900-72F7EF1BE381}" presName="spaceRect" presStyleCnt="0"/>
      <dgm:spPr/>
    </dgm:pt>
    <dgm:pt modelId="{151FF78A-8B55-436A-87D6-20BE1E713785}" type="pres">
      <dgm:prSet presAssocID="{A2EC0471-D785-4EC8-9900-72F7EF1BE381}" presName="textRect" presStyleLbl="revTx" presStyleIdx="1" presStyleCnt="3">
        <dgm:presLayoutVars>
          <dgm:chMax val="1"/>
          <dgm:chPref val="1"/>
        </dgm:presLayoutVars>
      </dgm:prSet>
      <dgm:spPr/>
    </dgm:pt>
    <dgm:pt modelId="{E5C69347-9324-438F-AC96-A43B02B9CDC4}" type="pres">
      <dgm:prSet presAssocID="{C22BE456-88DD-4C1B-8CCF-8945B207E255}" presName="sibTrans" presStyleCnt="0"/>
      <dgm:spPr/>
    </dgm:pt>
    <dgm:pt modelId="{876C8BEA-3852-4224-8A0E-0A42E378BF31}" type="pres">
      <dgm:prSet presAssocID="{818C9CA4-ED5A-42DA-A9E8-8F39A03EF26B}" presName="compNode" presStyleCnt="0"/>
      <dgm:spPr/>
    </dgm:pt>
    <dgm:pt modelId="{ACA3A7B0-31C1-4669-9FDA-04ADA0316096}" type="pres">
      <dgm:prSet presAssocID="{818C9CA4-ED5A-42DA-A9E8-8F39A03EF26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ra sonriente con relleno sólido con relleno sólido"/>
        </a:ext>
      </dgm:extLst>
    </dgm:pt>
    <dgm:pt modelId="{713BE12F-0381-4F14-B010-620E36819F3C}" type="pres">
      <dgm:prSet presAssocID="{818C9CA4-ED5A-42DA-A9E8-8F39A03EF26B}" presName="spaceRect" presStyleCnt="0"/>
      <dgm:spPr/>
    </dgm:pt>
    <dgm:pt modelId="{F19BD285-53AF-4479-A50C-9CD0B313329E}" type="pres">
      <dgm:prSet presAssocID="{818C9CA4-ED5A-42DA-A9E8-8F39A03EF26B}" presName="textRect" presStyleLbl="revTx" presStyleIdx="2" presStyleCnt="3">
        <dgm:presLayoutVars>
          <dgm:chMax val="1"/>
          <dgm:chPref val="1"/>
        </dgm:presLayoutVars>
      </dgm:prSet>
      <dgm:spPr/>
    </dgm:pt>
  </dgm:ptLst>
  <dgm:cxnLst>
    <dgm:cxn modelId="{81FFB732-752F-4CAA-A588-21CA3F2271B8}" srcId="{9632835D-7617-4B08-8D56-22088C70B0CF}" destId="{A2EC0471-D785-4EC8-9900-72F7EF1BE381}" srcOrd="1" destOrd="0" parTransId="{CB6C42DF-FF13-487C-B4A3-38C930745A49}" sibTransId="{C22BE456-88DD-4C1B-8CCF-8945B207E255}"/>
    <dgm:cxn modelId="{2A734D35-95EC-48E9-BB05-CC9201C296EB}" type="presOf" srcId="{9632835D-7617-4B08-8D56-22088C70B0CF}" destId="{4837DD10-A4AB-451C-BC3B-9B2623FC9FCD}" srcOrd="0" destOrd="0" presId="urn:microsoft.com/office/officeart/2018/2/layout/IconLabelList"/>
    <dgm:cxn modelId="{A5D81877-CEB3-49C4-ABCE-06DA3A148420}" srcId="{9632835D-7617-4B08-8D56-22088C70B0CF}" destId="{89492F71-C626-44E3-B211-3FF06A6A000C}" srcOrd="0" destOrd="0" parTransId="{9653BC7E-BCB2-4A9F-8F0A-29B4D3B63D8A}" sibTransId="{8694491D-1D45-4E5E-9580-8B6C0D707E09}"/>
    <dgm:cxn modelId="{EDC6A684-E054-4C9E-A714-89AA5C912959}" type="presOf" srcId="{818C9CA4-ED5A-42DA-A9E8-8F39A03EF26B}" destId="{F19BD285-53AF-4479-A50C-9CD0B313329E}" srcOrd="0" destOrd="0" presId="urn:microsoft.com/office/officeart/2018/2/layout/IconLabelList"/>
    <dgm:cxn modelId="{243505B3-B5FD-49C7-BB4B-2710B64053C1}" type="presOf" srcId="{A2EC0471-D785-4EC8-9900-72F7EF1BE381}" destId="{151FF78A-8B55-436A-87D6-20BE1E713785}" srcOrd="0" destOrd="0" presId="urn:microsoft.com/office/officeart/2018/2/layout/IconLabelList"/>
    <dgm:cxn modelId="{0B065DBA-B0FB-4B73-B6DC-6EEC244EF897}" type="presOf" srcId="{89492F71-C626-44E3-B211-3FF06A6A000C}" destId="{AD674846-AC19-40D3-82BD-6A6B10919F70}" srcOrd="0" destOrd="0" presId="urn:microsoft.com/office/officeart/2018/2/layout/IconLabelList"/>
    <dgm:cxn modelId="{C7341CCA-9AF3-4113-84A3-EB3784FFCD62}" srcId="{9632835D-7617-4B08-8D56-22088C70B0CF}" destId="{818C9CA4-ED5A-42DA-A9E8-8F39A03EF26B}" srcOrd="2" destOrd="0" parTransId="{808BC6AF-0D77-42F3-97B5-6CD19C703EF9}" sibTransId="{B7B5703B-4113-4269-AB1D-962CD8D449E0}"/>
    <dgm:cxn modelId="{1CFE01C8-EEAD-4AFA-9EE9-8775401F981C}" type="presParOf" srcId="{4837DD10-A4AB-451C-BC3B-9B2623FC9FCD}" destId="{C3283C13-6B04-42CB-A140-2FE0AA597E5B}" srcOrd="0" destOrd="0" presId="urn:microsoft.com/office/officeart/2018/2/layout/IconLabelList"/>
    <dgm:cxn modelId="{2322E48C-6666-45DC-B1BA-921C1A66008A}" type="presParOf" srcId="{C3283C13-6B04-42CB-A140-2FE0AA597E5B}" destId="{31782021-6A4C-47FF-8073-56C0F1F6446C}" srcOrd="0" destOrd="0" presId="urn:microsoft.com/office/officeart/2018/2/layout/IconLabelList"/>
    <dgm:cxn modelId="{0636C43B-80A7-41AB-8F00-02E1AA67179E}" type="presParOf" srcId="{C3283C13-6B04-42CB-A140-2FE0AA597E5B}" destId="{FEBE1853-BCC2-4951-B5C7-87A055FBA89B}" srcOrd="1" destOrd="0" presId="urn:microsoft.com/office/officeart/2018/2/layout/IconLabelList"/>
    <dgm:cxn modelId="{39A09AC4-B4D6-416F-92FB-9E6663E6E068}" type="presParOf" srcId="{C3283C13-6B04-42CB-A140-2FE0AA597E5B}" destId="{AD674846-AC19-40D3-82BD-6A6B10919F70}" srcOrd="2" destOrd="0" presId="urn:microsoft.com/office/officeart/2018/2/layout/IconLabelList"/>
    <dgm:cxn modelId="{EBE293C2-B70B-490D-9492-BBEE747721BB}" type="presParOf" srcId="{4837DD10-A4AB-451C-BC3B-9B2623FC9FCD}" destId="{15912464-A10F-4A7A-B5DB-AA5D26F8A6D6}" srcOrd="1" destOrd="0" presId="urn:microsoft.com/office/officeart/2018/2/layout/IconLabelList"/>
    <dgm:cxn modelId="{5245199E-4F23-40C9-8ED6-78BC106FB386}" type="presParOf" srcId="{4837DD10-A4AB-451C-BC3B-9B2623FC9FCD}" destId="{00D30B10-2414-4F9C-9AE7-C8E9E886272B}" srcOrd="2" destOrd="0" presId="urn:microsoft.com/office/officeart/2018/2/layout/IconLabelList"/>
    <dgm:cxn modelId="{C26990F8-CCDA-49C6-B000-492C447DD7F9}" type="presParOf" srcId="{00D30B10-2414-4F9C-9AE7-C8E9E886272B}" destId="{3054BAC0-CF46-49E0-9E2A-F3935EBEF207}" srcOrd="0" destOrd="0" presId="urn:microsoft.com/office/officeart/2018/2/layout/IconLabelList"/>
    <dgm:cxn modelId="{AC55368C-EB59-4F08-A978-2C5B8AF433AB}" type="presParOf" srcId="{00D30B10-2414-4F9C-9AE7-C8E9E886272B}" destId="{B923E946-D5C8-4E92-8A05-E9F2042EC447}" srcOrd="1" destOrd="0" presId="urn:microsoft.com/office/officeart/2018/2/layout/IconLabelList"/>
    <dgm:cxn modelId="{70CD5D42-80D0-4B29-8295-58C06FEEDE9A}" type="presParOf" srcId="{00D30B10-2414-4F9C-9AE7-C8E9E886272B}" destId="{151FF78A-8B55-436A-87D6-20BE1E713785}" srcOrd="2" destOrd="0" presId="urn:microsoft.com/office/officeart/2018/2/layout/IconLabelList"/>
    <dgm:cxn modelId="{74D4081A-15AA-414B-9D9C-49115B77E601}" type="presParOf" srcId="{4837DD10-A4AB-451C-BC3B-9B2623FC9FCD}" destId="{E5C69347-9324-438F-AC96-A43B02B9CDC4}" srcOrd="3" destOrd="0" presId="urn:microsoft.com/office/officeart/2018/2/layout/IconLabelList"/>
    <dgm:cxn modelId="{21886BAF-387F-493C-9AC0-56E28E53972F}" type="presParOf" srcId="{4837DD10-A4AB-451C-BC3B-9B2623FC9FCD}" destId="{876C8BEA-3852-4224-8A0E-0A42E378BF31}" srcOrd="4" destOrd="0" presId="urn:microsoft.com/office/officeart/2018/2/layout/IconLabelList"/>
    <dgm:cxn modelId="{4A83A299-3598-4B93-8246-420265906B64}" type="presParOf" srcId="{876C8BEA-3852-4224-8A0E-0A42E378BF31}" destId="{ACA3A7B0-31C1-4669-9FDA-04ADA0316096}" srcOrd="0" destOrd="0" presId="urn:microsoft.com/office/officeart/2018/2/layout/IconLabelList"/>
    <dgm:cxn modelId="{74CFC926-1349-433E-A76D-6F89CA5579AA}" type="presParOf" srcId="{876C8BEA-3852-4224-8A0E-0A42E378BF31}" destId="{713BE12F-0381-4F14-B010-620E36819F3C}" srcOrd="1" destOrd="0" presId="urn:microsoft.com/office/officeart/2018/2/layout/IconLabelList"/>
    <dgm:cxn modelId="{A36FAEEA-B53C-4D75-8CB8-00A3C76C6F9E}" type="presParOf" srcId="{876C8BEA-3852-4224-8A0E-0A42E378BF31}" destId="{F19BD285-53AF-4479-A50C-9CD0B313329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8D6638-8BE5-407C-8D60-AE5FA1ACC5DE}" type="doc">
      <dgm:prSet loTypeId="urn:microsoft.com/office/officeart/2016/7/layout/BasicTimeline" loCatId="process" qsTypeId="urn:microsoft.com/office/officeart/2005/8/quickstyle/simple1" qsCatId="simple" csTypeId="urn:microsoft.com/office/officeart/2005/8/colors/colorful2" csCatId="colorful" phldr="1"/>
      <dgm:spPr/>
      <dgm:t>
        <a:bodyPr/>
        <a:lstStyle/>
        <a:p>
          <a:endParaRPr lang="en-US"/>
        </a:p>
      </dgm:t>
    </dgm:pt>
    <dgm:pt modelId="{3D8AE987-3AA2-4221-99A8-AB520F601665}">
      <dgm:prSet/>
      <dgm:spPr/>
      <dgm:t>
        <a:bodyPr/>
        <a:lstStyle/>
        <a:p>
          <a:pPr>
            <a:defRPr b="1"/>
          </a:pPr>
          <a:r>
            <a:rPr lang="en-US"/>
            <a:t>1968</a:t>
          </a:r>
        </a:p>
      </dgm:t>
    </dgm:pt>
    <dgm:pt modelId="{F958FB6F-238E-4433-9153-EA2CE51E5B73}" type="parTrans" cxnId="{F834B7E1-9CC9-4D3D-B8B8-CE6E4817E3B9}">
      <dgm:prSet/>
      <dgm:spPr/>
      <dgm:t>
        <a:bodyPr/>
        <a:lstStyle/>
        <a:p>
          <a:endParaRPr lang="en-US"/>
        </a:p>
      </dgm:t>
    </dgm:pt>
    <dgm:pt modelId="{F8DF5F7F-3520-427A-A406-322BE30D1AB9}" type="sibTrans" cxnId="{F834B7E1-9CC9-4D3D-B8B8-CE6E4817E3B9}">
      <dgm:prSet/>
      <dgm:spPr/>
      <dgm:t>
        <a:bodyPr/>
        <a:lstStyle/>
        <a:p>
          <a:endParaRPr lang="en-US"/>
        </a:p>
      </dgm:t>
    </dgm:pt>
    <dgm:pt modelId="{B6B44427-9A4B-40F7-A70D-F4978944FD7E}">
      <dgm:prSet/>
      <dgm:spPr/>
      <dgm:t>
        <a:bodyPr/>
        <a:lstStyle/>
        <a:p>
          <a:r>
            <a:rPr lang="en-US" dirty="0"/>
            <a:t>Douglas Engelbart </a:t>
          </a:r>
          <a:r>
            <a:rPr lang="en-US" dirty="0" err="1"/>
            <a:t>presenta</a:t>
          </a:r>
          <a:r>
            <a:rPr lang="en-US" dirty="0"/>
            <a:t> </a:t>
          </a:r>
          <a:r>
            <a:rPr lang="en-US" dirty="0" err="1"/>
            <a:t>el</a:t>
          </a:r>
          <a:r>
            <a:rPr lang="en-US" dirty="0"/>
            <a:t> “</a:t>
          </a:r>
          <a:r>
            <a:rPr lang="en-US" dirty="0" err="1"/>
            <a:t>oN-Line</a:t>
          </a:r>
          <a:r>
            <a:rPr lang="en-US" dirty="0"/>
            <a:t> System o NLS” (precursor del mouse y las </a:t>
          </a:r>
          <a:r>
            <a:rPr lang="en-US" dirty="0" err="1"/>
            <a:t>ventanas</a:t>
          </a:r>
          <a:r>
            <a:rPr lang="en-US" dirty="0"/>
            <a:t>).</a:t>
          </a:r>
        </a:p>
      </dgm:t>
    </dgm:pt>
    <dgm:pt modelId="{AAF5D256-0A08-4576-970C-56538B36BC69}" type="parTrans" cxnId="{CEB716A8-F91C-4734-99FE-2BFD8A894EF3}">
      <dgm:prSet/>
      <dgm:spPr/>
      <dgm:t>
        <a:bodyPr/>
        <a:lstStyle/>
        <a:p>
          <a:endParaRPr lang="en-US"/>
        </a:p>
      </dgm:t>
    </dgm:pt>
    <dgm:pt modelId="{D3F7BB86-321F-49EC-B7D2-7B9F0946C628}" type="sibTrans" cxnId="{CEB716A8-F91C-4734-99FE-2BFD8A894EF3}">
      <dgm:prSet/>
      <dgm:spPr/>
      <dgm:t>
        <a:bodyPr/>
        <a:lstStyle/>
        <a:p>
          <a:endParaRPr lang="en-US"/>
        </a:p>
      </dgm:t>
    </dgm:pt>
    <dgm:pt modelId="{CF2AFC0F-03EE-472D-84AA-7BA80DA4B6CF}">
      <dgm:prSet/>
      <dgm:spPr/>
      <dgm:t>
        <a:bodyPr/>
        <a:lstStyle/>
        <a:p>
          <a:pPr>
            <a:defRPr b="1"/>
          </a:pPr>
          <a:r>
            <a:rPr lang="en-US"/>
            <a:t>1981</a:t>
          </a:r>
        </a:p>
      </dgm:t>
    </dgm:pt>
    <dgm:pt modelId="{B0C2B3F6-DCCE-459C-A1A1-6831AAAE8E27}" type="parTrans" cxnId="{C54D58A8-DC18-4B1D-B4B6-B7A125BCD3F9}">
      <dgm:prSet/>
      <dgm:spPr/>
      <dgm:t>
        <a:bodyPr/>
        <a:lstStyle/>
        <a:p>
          <a:endParaRPr lang="en-US"/>
        </a:p>
      </dgm:t>
    </dgm:pt>
    <dgm:pt modelId="{86338B19-E285-452A-BCCD-BC6EFCF1B850}" type="sibTrans" cxnId="{C54D58A8-DC18-4B1D-B4B6-B7A125BCD3F9}">
      <dgm:prSet/>
      <dgm:spPr/>
      <dgm:t>
        <a:bodyPr/>
        <a:lstStyle/>
        <a:p>
          <a:endParaRPr lang="en-US"/>
        </a:p>
      </dgm:t>
    </dgm:pt>
    <dgm:pt modelId="{33E2E149-27E6-4360-B91A-C702029E3EC8}">
      <dgm:prSet/>
      <dgm:spPr/>
      <dgm:t>
        <a:bodyPr/>
        <a:lstStyle/>
        <a:p>
          <a:r>
            <a:rPr lang="en-US" dirty="0"/>
            <a:t>Xerox PARC </a:t>
          </a:r>
          <a:r>
            <a:rPr lang="en-US" dirty="0" err="1"/>
            <a:t>desarrolla</a:t>
          </a:r>
          <a:r>
            <a:rPr lang="en-US" dirty="0"/>
            <a:t> la </a:t>
          </a:r>
          <a:r>
            <a:rPr lang="en-US" dirty="0" err="1"/>
            <a:t>primera</a:t>
          </a:r>
          <a:r>
            <a:rPr lang="en-US" dirty="0"/>
            <a:t> </a:t>
          </a:r>
          <a:r>
            <a:rPr lang="en-US" dirty="0" err="1"/>
            <a:t>interfaz</a:t>
          </a:r>
          <a:r>
            <a:rPr lang="en-US" dirty="0"/>
            <a:t> </a:t>
          </a:r>
          <a:r>
            <a:rPr lang="en-US" dirty="0" err="1"/>
            <a:t>gráfica</a:t>
          </a:r>
          <a:r>
            <a:rPr lang="en-US" dirty="0"/>
            <a:t> moderna.</a:t>
          </a:r>
        </a:p>
      </dgm:t>
    </dgm:pt>
    <dgm:pt modelId="{D412DE76-0BAF-449D-A08F-24637D74DAC8}" type="parTrans" cxnId="{5BEC1655-BDF7-4613-8599-121E609CFBE6}">
      <dgm:prSet/>
      <dgm:spPr/>
      <dgm:t>
        <a:bodyPr/>
        <a:lstStyle/>
        <a:p>
          <a:endParaRPr lang="en-US"/>
        </a:p>
      </dgm:t>
    </dgm:pt>
    <dgm:pt modelId="{E9467421-C89D-482D-95D0-654EB45B98FD}" type="sibTrans" cxnId="{5BEC1655-BDF7-4613-8599-121E609CFBE6}">
      <dgm:prSet/>
      <dgm:spPr/>
      <dgm:t>
        <a:bodyPr/>
        <a:lstStyle/>
        <a:p>
          <a:endParaRPr lang="en-US"/>
        </a:p>
      </dgm:t>
    </dgm:pt>
    <dgm:pt modelId="{2A275C1F-EF10-4ED5-B1C5-C7EB9B5C799B}">
      <dgm:prSet/>
      <dgm:spPr/>
      <dgm:t>
        <a:bodyPr/>
        <a:lstStyle/>
        <a:p>
          <a:pPr>
            <a:defRPr b="1"/>
          </a:pPr>
          <a:r>
            <a:rPr lang="en-US"/>
            <a:t>1984</a:t>
          </a:r>
        </a:p>
      </dgm:t>
    </dgm:pt>
    <dgm:pt modelId="{59EBD204-FDC0-4597-AF3A-BE1FBEA5061B}" type="parTrans" cxnId="{03033C31-6627-42B5-A561-F764CDDE655E}">
      <dgm:prSet/>
      <dgm:spPr/>
      <dgm:t>
        <a:bodyPr/>
        <a:lstStyle/>
        <a:p>
          <a:endParaRPr lang="en-US"/>
        </a:p>
      </dgm:t>
    </dgm:pt>
    <dgm:pt modelId="{7B9AC17C-C787-463B-B76C-CFD70BDAAB8C}" type="sibTrans" cxnId="{03033C31-6627-42B5-A561-F764CDDE655E}">
      <dgm:prSet/>
      <dgm:spPr/>
      <dgm:t>
        <a:bodyPr/>
        <a:lstStyle/>
        <a:p>
          <a:endParaRPr lang="en-US"/>
        </a:p>
      </dgm:t>
    </dgm:pt>
    <dgm:pt modelId="{BCE87A53-BBAE-43C7-8A92-7A20B08CBA24}">
      <dgm:prSet/>
      <dgm:spPr/>
      <dgm:t>
        <a:bodyPr/>
        <a:lstStyle/>
        <a:p>
          <a:r>
            <a:rPr lang="en-US" dirty="0"/>
            <a:t>Apple </a:t>
          </a:r>
          <a:r>
            <a:rPr lang="en-US" dirty="0" err="1"/>
            <a:t>lanza</a:t>
          </a:r>
          <a:r>
            <a:rPr lang="en-US" dirty="0"/>
            <a:t> la Macintosh con GUI </a:t>
          </a:r>
          <a:r>
            <a:rPr lang="en-US" dirty="0" err="1"/>
            <a:t>comercial</a:t>
          </a:r>
          <a:r>
            <a:rPr lang="en-US" dirty="0"/>
            <a:t>.</a:t>
          </a:r>
        </a:p>
      </dgm:t>
    </dgm:pt>
    <dgm:pt modelId="{FEBDB2BC-4A04-4037-826B-E314A5595D99}" type="parTrans" cxnId="{8BA65BBD-F655-4994-83F2-73F01CADFBA3}">
      <dgm:prSet/>
      <dgm:spPr/>
      <dgm:t>
        <a:bodyPr/>
        <a:lstStyle/>
        <a:p>
          <a:endParaRPr lang="en-US"/>
        </a:p>
      </dgm:t>
    </dgm:pt>
    <dgm:pt modelId="{0FC5B7EE-5D0A-429A-843B-B656E552D285}" type="sibTrans" cxnId="{8BA65BBD-F655-4994-83F2-73F01CADFBA3}">
      <dgm:prSet/>
      <dgm:spPr/>
      <dgm:t>
        <a:bodyPr/>
        <a:lstStyle/>
        <a:p>
          <a:endParaRPr lang="en-US"/>
        </a:p>
      </dgm:t>
    </dgm:pt>
    <dgm:pt modelId="{6BFDC7AF-9FB6-4B13-B0A7-95581372AD95}">
      <dgm:prSet/>
      <dgm:spPr/>
      <dgm:t>
        <a:bodyPr/>
        <a:lstStyle/>
        <a:p>
          <a:pPr>
            <a:defRPr b="1"/>
          </a:pPr>
          <a:r>
            <a:rPr lang="en-US" dirty="0"/>
            <a:t>2000</a:t>
          </a:r>
        </a:p>
      </dgm:t>
    </dgm:pt>
    <dgm:pt modelId="{5295E7FA-BC69-4AAF-8FC0-B606DABA57FF}" type="parTrans" cxnId="{93D11FA8-2CBF-4037-8135-C689C8A917BE}">
      <dgm:prSet/>
      <dgm:spPr/>
      <dgm:t>
        <a:bodyPr/>
        <a:lstStyle/>
        <a:p>
          <a:endParaRPr lang="en-US"/>
        </a:p>
      </dgm:t>
    </dgm:pt>
    <dgm:pt modelId="{A6124F3D-DA55-40A5-AE59-984EBC365679}" type="sibTrans" cxnId="{93D11FA8-2CBF-4037-8135-C689C8A917BE}">
      <dgm:prSet/>
      <dgm:spPr/>
      <dgm:t>
        <a:bodyPr/>
        <a:lstStyle/>
        <a:p>
          <a:endParaRPr lang="en-US"/>
        </a:p>
      </dgm:t>
    </dgm:pt>
    <dgm:pt modelId="{25EC5DDD-517D-474E-A047-1A78BC0B1DB0}">
      <dgm:prSet/>
      <dgm:spPr/>
      <dgm:t>
        <a:bodyPr/>
        <a:lstStyle/>
        <a:p>
          <a:r>
            <a:rPr lang="en-US" dirty="0"/>
            <a:t>s–2000s: GUIs </a:t>
          </a:r>
          <a:r>
            <a:rPr lang="en-US" dirty="0" err="1"/>
            <a:t>en</a:t>
          </a:r>
          <a:r>
            <a:rPr lang="en-US" dirty="0"/>
            <a:t> Windows, Linux y software de </a:t>
          </a:r>
          <a:r>
            <a:rPr lang="en-US" dirty="0" err="1"/>
            <a:t>ofimática</a:t>
          </a:r>
          <a:r>
            <a:rPr lang="en-US" dirty="0"/>
            <a:t>.</a:t>
          </a:r>
        </a:p>
      </dgm:t>
    </dgm:pt>
    <dgm:pt modelId="{9367934E-1FA6-48B9-9C91-66835D1EFC8D}" type="parTrans" cxnId="{E4DC97FF-A21E-4AF4-A9DC-3D4409636E7D}">
      <dgm:prSet/>
      <dgm:spPr/>
      <dgm:t>
        <a:bodyPr/>
        <a:lstStyle/>
        <a:p>
          <a:endParaRPr lang="en-US"/>
        </a:p>
      </dgm:t>
    </dgm:pt>
    <dgm:pt modelId="{467C7380-5079-4117-BA6D-20A63D182397}" type="sibTrans" cxnId="{E4DC97FF-A21E-4AF4-A9DC-3D4409636E7D}">
      <dgm:prSet/>
      <dgm:spPr/>
      <dgm:t>
        <a:bodyPr/>
        <a:lstStyle/>
        <a:p>
          <a:endParaRPr lang="en-US"/>
        </a:p>
      </dgm:t>
    </dgm:pt>
    <dgm:pt modelId="{D78D25FA-5772-4347-8778-6830CBA44D97}">
      <dgm:prSet/>
      <dgm:spPr/>
      <dgm:t>
        <a:bodyPr/>
        <a:lstStyle/>
        <a:p>
          <a:pPr>
            <a:defRPr b="1"/>
          </a:pPr>
          <a:r>
            <a:rPr lang="en-US"/>
            <a:t>Actualidad</a:t>
          </a:r>
        </a:p>
      </dgm:t>
    </dgm:pt>
    <dgm:pt modelId="{019EAA90-1DCA-4114-B801-D4D426EB6D82}" type="parTrans" cxnId="{2097ABA6-8D57-41BD-AF51-B6178485D36F}">
      <dgm:prSet/>
      <dgm:spPr/>
      <dgm:t>
        <a:bodyPr/>
        <a:lstStyle/>
        <a:p>
          <a:endParaRPr lang="en-US"/>
        </a:p>
      </dgm:t>
    </dgm:pt>
    <dgm:pt modelId="{5218C251-5778-4E1A-8537-CB9ED966087E}" type="sibTrans" cxnId="{2097ABA6-8D57-41BD-AF51-B6178485D36F}">
      <dgm:prSet/>
      <dgm:spPr/>
      <dgm:t>
        <a:bodyPr/>
        <a:lstStyle/>
        <a:p>
          <a:endParaRPr lang="en-US"/>
        </a:p>
      </dgm:t>
    </dgm:pt>
    <dgm:pt modelId="{24F83057-2D89-401E-A5ED-09A49585F575}">
      <dgm:prSet/>
      <dgm:spPr/>
      <dgm:t>
        <a:bodyPr/>
        <a:lstStyle/>
        <a:p>
          <a:r>
            <a:rPr lang="en-US"/>
            <a:t>GUIs en web, móviles, realidad aumentada, etc.</a:t>
          </a:r>
        </a:p>
      </dgm:t>
    </dgm:pt>
    <dgm:pt modelId="{86F6AC24-BFD8-4D96-85DA-C338A9E555CE}" type="parTrans" cxnId="{BEF82BF4-56BA-4733-BADE-2A10EB983D0A}">
      <dgm:prSet/>
      <dgm:spPr/>
      <dgm:t>
        <a:bodyPr/>
        <a:lstStyle/>
        <a:p>
          <a:endParaRPr lang="en-US"/>
        </a:p>
      </dgm:t>
    </dgm:pt>
    <dgm:pt modelId="{D1691394-C304-4A34-92EC-E231C479F736}" type="sibTrans" cxnId="{BEF82BF4-56BA-4733-BADE-2A10EB983D0A}">
      <dgm:prSet/>
      <dgm:spPr/>
      <dgm:t>
        <a:bodyPr/>
        <a:lstStyle/>
        <a:p>
          <a:endParaRPr lang="en-US"/>
        </a:p>
      </dgm:t>
    </dgm:pt>
    <dgm:pt modelId="{51583043-1C9E-499F-B288-88865394F209}" type="pres">
      <dgm:prSet presAssocID="{2F8D6638-8BE5-407C-8D60-AE5FA1ACC5DE}" presName="root" presStyleCnt="0">
        <dgm:presLayoutVars>
          <dgm:chMax/>
          <dgm:chPref/>
          <dgm:animLvl val="lvl"/>
        </dgm:presLayoutVars>
      </dgm:prSet>
      <dgm:spPr/>
    </dgm:pt>
    <dgm:pt modelId="{4230194D-1463-4B7D-8EED-D7FB5A934FF9}" type="pres">
      <dgm:prSet presAssocID="{2F8D6638-8BE5-407C-8D60-AE5FA1ACC5DE}" presName="divider" presStyleLbl="fgAccFollowNode1" presStyleIdx="0" presStyleCnt="1"/>
      <dgm:spPr>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gm:spPr>
    </dgm:pt>
    <dgm:pt modelId="{8CB9D4F7-4630-4272-BB42-E6AED1287B4E}" type="pres">
      <dgm:prSet presAssocID="{2F8D6638-8BE5-407C-8D60-AE5FA1ACC5DE}" presName="nodes" presStyleCnt="0">
        <dgm:presLayoutVars>
          <dgm:chMax/>
          <dgm:chPref/>
          <dgm:animLvl val="lvl"/>
        </dgm:presLayoutVars>
      </dgm:prSet>
      <dgm:spPr/>
    </dgm:pt>
    <dgm:pt modelId="{76E4B606-5CCB-4D6E-AF76-AE213795C103}" type="pres">
      <dgm:prSet presAssocID="{3D8AE987-3AA2-4221-99A8-AB520F601665}" presName="composite" presStyleCnt="0"/>
      <dgm:spPr/>
    </dgm:pt>
    <dgm:pt modelId="{1827ACC3-07FA-4F5F-905D-321E565DA73A}" type="pres">
      <dgm:prSet presAssocID="{3D8AE987-3AA2-4221-99A8-AB520F601665}" presName="L1TextContainer" presStyleLbl="revTx" presStyleIdx="0" presStyleCnt="5">
        <dgm:presLayoutVars>
          <dgm:chMax val="1"/>
          <dgm:chPref val="1"/>
          <dgm:bulletEnabled val="1"/>
        </dgm:presLayoutVars>
      </dgm:prSet>
      <dgm:spPr/>
    </dgm:pt>
    <dgm:pt modelId="{CE1CE5D7-6490-4220-A750-6EA788637A43}" type="pres">
      <dgm:prSet presAssocID="{3D8AE987-3AA2-4221-99A8-AB520F601665}" presName="L2TextContainerWrapper" presStyleCnt="0">
        <dgm:presLayoutVars>
          <dgm:chMax val="0"/>
          <dgm:chPref val="0"/>
          <dgm:bulletEnabled val="1"/>
        </dgm:presLayoutVars>
      </dgm:prSet>
      <dgm:spPr/>
    </dgm:pt>
    <dgm:pt modelId="{B93FA74E-984C-4DE0-B3B2-7DD6C72CFFA0}" type="pres">
      <dgm:prSet presAssocID="{3D8AE987-3AA2-4221-99A8-AB520F601665}" presName="L2TextContainer" presStyleLbl="bgAcc1" presStyleIdx="0" presStyleCnt="5"/>
      <dgm:spPr/>
    </dgm:pt>
    <dgm:pt modelId="{EC710562-7147-4CE7-B733-E8DD81775383}" type="pres">
      <dgm:prSet presAssocID="{3D8AE987-3AA2-4221-99A8-AB520F601665}" presName="FlexibleEmptyPlaceHolder" presStyleCnt="0"/>
      <dgm:spPr/>
    </dgm:pt>
    <dgm:pt modelId="{66F8E4EC-E8A2-42D8-9DD2-EA55B9313C24}" type="pres">
      <dgm:prSet presAssocID="{3D8AE987-3AA2-4221-99A8-AB520F601665}" presName="ConnectLine" presStyleLbl="sibTrans1D1" presStyleIdx="0" presStyleCnt="5"/>
      <dgm:spPr>
        <a:noFill/>
        <a:ln w="12700" cap="flat" cmpd="sng" algn="ctr">
          <a:solidFill>
            <a:schemeClr val="accent2">
              <a:hueOff val="0"/>
              <a:satOff val="0"/>
              <a:lumOff val="0"/>
              <a:alphaOff val="0"/>
            </a:schemeClr>
          </a:solidFill>
          <a:prstDash val="dash"/>
          <a:miter lim="800000"/>
        </a:ln>
        <a:effectLst/>
      </dgm:spPr>
    </dgm:pt>
    <dgm:pt modelId="{7B539E30-9ACA-42A6-B9C6-AF0EFAC9CCC0}" type="pres">
      <dgm:prSet presAssocID="{3D8AE987-3AA2-4221-99A8-AB520F601665}" presName="ConnectorPoint" presStyleLbl="alignNode1" presStyleIdx="0" presStyleCnt="5"/>
      <dgm:spPr/>
    </dgm:pt>
    <dgm:pt modelId="{09A53730-A12C-473E-B03F-AC5573037EFE}" type="pres">
      <dgm:prSet presAssocID="{3D8AE987-3AA2-4221-99A8-AB520F601665}" presName="EmptyPlaceHolder" presStyleCnt="0"/>
      <dgm:spPr/>
    </dgm:pt>
    <dgm:pt modelId="{098C4DE2-892A-47FB-A60B-22A25BD216E1}" type="pres">
      <dgm:prSet presAssocID="{F8DF5F7F-3520-427A-A406-322BE30D1AB9}" presName="spaceBetweenRectangles" presStyleCnt="0"/>
      <dgm:spPr/>
    </dgm:pt>
    <dgm:pt modelId="{E3E816DB-79A8-4066-BB5E-1DF88DAF353F}" type="pres">
      <dgm:prSet presAssocID="{CF2AFC0F-03EE-472D-84AA-7BA80DA4B6CF}" presName="composite" presStyleCnt="0"/>
      <dgm:spPr/>
    </dgm:pt>
    <dgm:pt modelId="{9D9D0E26-144F-4A94-BEA4-04D12917AA75}" type="pres">
      <dgm:prSet presAssocID="{CF2AFC0F-03EE-472D-84AA-7BA80DA4B6CF}" presName="L1TextContainer" presStyleLbl="revTx" presStyleIdx="1" presStyleCnt="5">
        <dgm:presLayoutVars>
          <dgm:chMax val="1"/>
          <dgm:chPref val="1"/>
          <dgm:bulletEnabled val="1"/>
        </dgm:presLayoutVars>
      </dgm:prSet>
      <dgm:spPr/>
    </dgm:pt>
    <dgm:pt modelId="{709730DC-62AF-455E-9031-CDBA1E9AB4CD}" type="pres">
      <dgm:prSet presAssocID="{CF2AFC0F-03EE-472D-84AA-7BA80DA4B6CF}" presName="L2TextContainerWrapper" presStyleCnt="0">
        <dgm:presLayoutVars>
          <dgm:chMax val="0"/>
          <dgm:chPref val="0"/>
          <dgm:bulletEnabled val="1"/>
        </dgm:presLayoutVars>
      </dgm:prSet>
      <dgm:spPr/>
    </dgm:pt>
    <dgm:pt modelId="{AD46675A-3269-4A39-B366-CCE1EFA01FD6}" type="pres">
      <dgm:prSet presAssocID="{CF2AFC0F-03EE-472D-84AA-7BA80DA4B6CF}" presName="L2TextContainer" presStyleLbl="bgAcc1" presStyleIdx="1" presStyleCnt="5"/>
      <dgm:spPr/>
    </dgm:pt>
    <dgm:pt modelId="{7DBACC81-E4DA-40F6-9E49-DB54EC066DC0}" type="pres">
      <dgm:prSet presAssocID="{CF2AFC0F-03EE-472D-84AA-7BA80DA4B6CF}" presName="FlexibleEmptyPlaceHolder" presStyleCnt="0"/>
      <dgm:spPr/>
    </dgm:pt>
    <dgm:pt modelId="{D97C9D1E-4205-4665-9046-55E3082EDE1B}" type="pres">
      <dgm:prSet presAssocID="{CF2AFC0F-03EE-472D-84AA-7BA80DA4B6CF}" presName="ConnectLine" presStyleLbl="sibTrans1D1" presStyleIdx="1" presStyleCnt="5"/>
      <dgm:spPr>
        <a:noFill/>
        <a:ln w="12700" cap="flat" cmpd="sng" algn="ctr">
          <a:solidFill>
            <a:schemeClr val="accent2">
              <a:hueOff val="1610903"/>
              <a:satOff val="-4623"/>
              <a:lumOff val="-7402"/>
              <a:alphaOff val="0"/>
            </a:schemeClr>
          </a:solidFill>
          <a:prstDash val="dash"/>
          <a:miter lim="800000"/>
        </a:ln>
        <a:effectLst/>
      </dgm:spPr>
    </dgm:pt>
    <dgm:pt modelId="{401F1E1E-AEBD-4976-857E-67850180626E}" type="pres">
      <dgm:prSet presAssocID="{CF2AFC0F-03EE-472D-84AA-7BA80DA4B6CF}" presName="ConnectorPoint" presStyleLbl="alignNode1" presStyleIdx="1" presStyleCnt="5"/>
      <dgm:spPr/>
    </dgm:pt>
    <dgm:pt modelId="{F7C29E15-E0E7-436A-9B5A-A8E6A64EFA04}" type="pres">
      <dgm:prSet presAssocID="{CF2AFC0F-03EE-472D-84AA-7BA80DA4B6CF}" presName="EmptyPlaceHolder" presStyleCnt="0"/>
      <dgm:spPr/>
    </dgm:pt>
    <dgm:pt modelId="{74B6AB37-181A-40FF-A875-32BAE66D1F6F}" type="pres">
      <dgm:prSet presAssocID="{86338B19-E285-452A-BCCD-BC6EFCF1B850}" presName="spaceBetweenRectangles" presStyleCnt="0"/>
      <dgm:spPr/>
    </dgm:pt>
    <dgm:pt modelId="{38021C0F-63EF-447D-AB40-66EA3D9B5C4C}" type="pres">
      <dgm:prSet presAssocID="{2A275C1F-EF10-4ED5-B1C5-C7EB9B5C799B}" presName="composite" presStyleCnt="0"/>
      <dgm:spPr/>
    </dgm:pt>
    <dgm:pt modelId="{83BBD351-EB9C-4E65-B7FC-767A9B8FF1C7}" type="pres">
      <dgm:prSet presAssocID="{2A275C1F-EF10-4ED5-B1C5-C7EB9B5C799B}" presName="L1TextContainer" presStyleLbl="revTx" presStyleIdx="2" presStyleCnt="5">
        <dgm:presLayoutVars>
          <dgm:chMax val="1"/>
          <dgm:chPref val="1"/>
          <dgm:bulletEnabled val="1"/>
        </dgm:presLayoutVars>
      </dgm:prSet>
      <dgm:spPr/>
    </dgm:pt>
    <dgm:pt modelId="{3989F010-CCE0-41B3-AA39-F2286A8905DB}" type="pres">
      <dgm:prSet presAssocID="{2A275C1F-EF10-4ED5-B1C5-C7EB9B5C799B}" presName="L2TextContainerWrapper" presStyleCnt="0">
        <dgm:presLayoutVars>
          <dgm:chMax val="0"/>
          <dgm:chPref val="0"/>
          <dgm:bulletEnabled val="1"/>
        </dgm:presLayoutVars>
      </dgm:prSet>
      <dgm:spPr/>
    </dgm:pt>
    <dgm:pt modelId="{B62F01F9-D0C6-4834-B5C8-5EF2838B69C0}" type="pres">
      <dgm:prSet presAssocID="{2A275C1F-EF10-4ED5-B1C5-C7EB9B5C799B}" presName="L2TextContainer" presStyleLbl="bgAcc1" presStyleIdx="2" presStyleCnt="5"/>
      <dgm:spPr/>
    </dgm:pt>
    <dgm:pt modelId="{543E760E-A7B2-418D-9CE0-BDEAD886E366}" type="pres">
      <dgm:prSet presAssocID="{2A275C1F-EF10-4ED5-B1C5-C7EB9B5C799B}" presName="FlexibleEmptyPlaceHolder" presStyleCnt="0"/>
      <dgm:spPr/>
    </dgm:pt>
    <dgm:pt modelId="{F3F23FD4-6ECD-4FAB-A05C-53E8E5D588F4}" type="pres">
      <dgm:prSet presAssocID="{2A275C1F-EF10-4ED5-B1C5-C7EB9B5C799B}" presName="ConnectLine" presStyleLbl="sibTrans1D1" presStyleIdx="2" presStyleCnt="5"/>
      <dgm:spPr>
        <a:noFill/>
        <a:ln w="12700" cap="flat" cmpd="sng" algn="ctr">
          <a:solidFill>
            <a:schemeClr val="accent2">
              <a:hueOff val="3221807"/>
              <a:satOff val="-9246"/>
              <a:lumOff val="-14805"/>
              <a:alphaOff val="0"/>
            </a:schemeClr>
          </a:solidFill>
          <a:prstDash val="dash"/>
          <a:miter lim="800000"/>
        </a:ln>
        <a:effectLst/>
      </dgm:spPr>
    </dgm:pt>
    <dgm:pt modelId="{DA683316-A819-425D-BA76-5EA4A7AF7C36}" type="pres">
      <dgm:prSet presAssocID="{2A275C1F-EF10-4ED5-B1C5-C7EB9B5C799B}" presName="ConnectorPoint" presStyleLbl="alignNode1" presStyleIdx="2" presStyleCnt="5"/>
      <dgm:spPr/>
    </dgm:pt>
    <dgm:pt modelId="{F5E3F02E-4D31-4305-BC0E-67BE3352E696}" type="pres">
      <dgm:prSet presAssocID="{2A275C1F-EF10-4ED5-B1C5-C7EB9B5C799B}" presName="EmptyPlaceHolder" presStyleCnt="0"/>
      <dgm:spPr/>
    </dgm:pt>
    <dgm:pt modelId="{2102B542-AC35-419F-80D7-9DA4F9B4BB14}" type="pres">
      <dgm:prSet presAssocID="{7B9AC17C-C787-463B-B76C-CFD70BDAAB8C}" presName="spaceBetweenRectangles" presStyleCnt="0"/>
      <dgm:spPr/>
    </dgm:pt>
    <dgm:pt modelId="{D320939E-C47F-43E1-B7BE-59BB6DECADC1}" type="pres">
      <dgm:prSet presAssocID="{6BFDC7AF-9FB6-4B13-B0A7-95581372AD95}" presName="composite" presStyleCnt="0"/>
      <dgm:spPr/>
    </dgm:pt>
    <dgm:pt modelId="{EDEA0EE3-4B47-4EE8-9CE9-39B4333FDAF3}" type="pres">
      <dgm:prSet presAssocID="{6BFDC7AF-9FB6-4B13-B0A7-95581372AD95}" presName="L1TextContainer" presStyleLbl="revTx" presStyleIdx="3" presStyleCnt="5">
        <dgm:presLayoutVars>
          <dgm:chMax val="1"/>
          <dgm:chPref val="1"/>
          <dgm:bulletEnabled val="1"/>
        </dgm:presLayoutVars>
      </dgm:prSet>
      <dgm:spPr/>
    </dgm:pt>
    <dgm:pt modelId="{3CB3DAD6-53C1-485E-9E17-EA9BBE81A6D5}" type="pres">
      <dgm:prSet presAssocID="{6BFDC7AF-9FB6-4B13-B0A7-95581372AD95}" presName="L2TextContainerWrapper" presStyleCnt="0">
        <dgm:presLayoutVars>
          <dgm:chMax val="0"/>
          <dgm:chPref val="0"/>
          <dgm:bulletEnabled val="1"/>
        </dgm:presLayoutVars>
      </dgm:prSet>
      <dgm:spPr/>
    </dgm:pt>
    <dgm:pt modelId="{02D3BCF7-D9F5-48B0-A1C2-272D6EE9A79B}" type="pres">
      <dgm:prSet presAssocID="{6BFDC7AF-9FB6-4B13-B0A7-95581372AD95}" presName="L2TextContainer" presStyleLbl="bgAcc1" presStyleIdx="3" presStyleCnt="5"/>
      <dgm:spPr/>
    </dgm:pt>
    <dgm:pt modelId="{BB1B3267-3FA3-44DC-9AEE-EB2DE38DEF11}" type="pres">
      <dgm:prSet presAssocID="{6BFDC7AF-9FB6-4B13-B0A7-95581372AD95}" presName="FlexibleEmptyPlaceHolder" presStyleCnt="0"/>
      <dgm:spPr/>
    </dgm:pt>
    <dgm:pt modelId="{5E3057CF-AF0C-496D-95CF-65AFB502591C}" type="pres">
      <dgm:prSet presAssocID="{6BFDC7AF-9FB6-4B13-B0A7-95581372AD95}" presName="ConnectLine" presStyleLbl="sibTrans1D1" presStyleIdx="3" presStyleCnt="5"/>
      <dgm:spPr>
        <a:noFill/>
        <a:ln w="12700" cap="flat" cmpd="sng" algn="ctr">
          <a:solidFill>
            <a:schemeClr val="accent2">
              <a:hueOff val="4832710"/>
              <a:satOff val="-13870"/>
              <a:lumOff val="-22207"/>
              <a:alphaOff val="0"/>
            </a:schemeClr>
          </a:solidFill>
          <a:prstDash val="dash"/>
          <a:miter lim="800000"/>
        </a:ln>
        <a:effectLst/>
      </dgm:spPr>
    </dgm:pt>
    <dgm:pt modelId="{ACE31468-A8B0-4E07-80EC-CB0F8E84919C}" type="pres">
      <dgm:prSet presAssocID="{6BFDC7AF-9FB6-4B13-B0A7-95581372AD95}" presName="ConnectorPoint" presStyleLbl="alignNode1" presStyleIdx="3" presStyleCnt="5"/>
      <dgm:spPr/>
    </dgm:pt>
    <dgm:pt modelId="{FDF48FC5-F780-4FA0-8ED4-0FAD45B84596}" type="pres">
      <dgm:prSet presAssocID="{6BFDC7AF-9FB6-4B13-B0A7-95581372AD95}" presName="EmptyPlaceHolder" presStyleCnt="0"/>
      <dgm:spPr/>
    </dgm:pt>
    <dgm:pt modelId="{710E601E-30CE-48E4-9819-35ECFE149BDC}" type="pres">
      <dgm:prSet presAssocID="{A6124F3D-DA55-40A5-AE59-984EBC365679}" presName="spaceBetweenRectangles" presStyleCnt="0"/>
      <dgm:spPr/>
    </dgm:pt>
    <dgm:pt modelId="{09641601-4596-4E9C-AC2F-9F619CEFD1A5}" type="pres">
      <dgm:prSet presAssocID="{D78D25FA-5772-4347-8778-6830CBA44D97}" presName="composite" presStyleCnt="0"/>
      <dgm:spPr/>
    </dgm:pt>
    <dgm:pt modelId="{16721391-C6BA-4A30-8F0C-C6842FB7600C}" type="pres">
      <dgm:prSet presAssocID="{D78D25FA-5772-4347-8778-6830CBA44D97}" presName="L1TextContainer" presStyleLbl="revTx" presStyleIdx="4" presStyleCnt="5">
        <dgm:presLayoutVars>
          <dgm:chMax val="1"/>
          <dgm:chPref val="1"/>
          <dgm:bulletEnabled val="1"/>
        </dgm:presLayoutVars>
      </dgm:prSet>
      <dgm:spPr/>
    </dgm:pt>
    <dgm:pt modelId="{407C0F36-14D1-40A1-8CE7-BEA647610612}" type="pres">
      <dgm:prSet presAssocID="{D78D25FA-5772-4347-8778-6830CBA44D97}" presName="L2TextContainerWrapper" presStyleCnt="0">
        <dgm:presLayoutVars>
          <dgm:chMax val="0"/>
          <dgm:chPref val="0"/>
          <dgm:bulletEnabled val="1"/>
        </dgm:presLayoutVars>
      </dgm:prSet>
      <dgm:spPr/>
    </dgm:pt>
    <dgm:pt modelId="{6C5B65C9-A940-49F3-850C-0BB283F53DD6}" type="pres">
      <dgm:prSet presAssocID="{D78D25FA-5772-4347-8778-6830CBA44D97}" presName="L2TextContainer" presStyleLbl="bgAcc1" presStyleIdx="4" presStyleCnt="5"/>
      <dgm:spPr/>
    </dgm:pt>
    <dgm:pt modelId="{D0D99F09-C19F-4DB0-8229-39E7B7FC80A1}" type="pres">
      <dgm:prSet presAssocID="{D78D25FA-5772-4347-8778-6830CBA44D97}" presName="FlexibleEmptyPlaceHolder" presStyleCnt="0"/>
      <dgm:spPr/>
    </dgm:pt>
    <dgm:pt modelId="{259302F5-B0E9-4EA5-84C8-69F49B45C8C1}" type="pres">
      <dgm:prSet presAssocID="{D78D25FA-5772-4347-8778-6830CBA44D97}" presName="ConnectLine" presStyleLbl="sibTrans1D1" presStyleIdx="4" presStyleCnt="5"/>
      <dgm:spPr>
        <a:noFill/>
        <a:ln w="12700" cap="flat" cmpd="sng" algn="ctr">
          <a:solidFill>
            <a:schemeClr val="accent2">
              <a:hueOff val="6443614"/>
              <a:satOff val="-18493"/>
              <a:lumOff val="-29609"/>
              <a:alphaOff val="0"/>
            </a:schemeClr>
          </a:solidFill>
          <a:prstDash val="dash"/>
          <a:miter lim="800000"/>
        </a:ln>
        <a:effectLst/>
      </dgm:spPr>
    </dgm:pt>
    <dgm:pt modelId="{5293645F-5157-4589-B619-16637C64BF65}" type="pres">
      <dgm:prSet presAssocID="{D78D25FA-5772-4347-8778-6830CBA44D97}" presName="ConnectorPoint" presStyleLbl="alignNode1" presStyleIdx="4" presStyleCnt="5"/>
      <dgm:spPr/>
    </dgm:pt>
    <dgm:pt modelId="{01DCA478-F01B-4325-A51A-F6EB760432F9}" type="pres">
      <dgm:prSet presAssocID="{D78D25FA-5772-4347-8778-6830CBA44D97}" presName="EmptyPlaceHolder" presStyleCnt="0"/>
      <dgm:spPr/>
    </dgm:pt>
  </dgm:ptLst>
  <dgm:cxnLst>
    <dgm:cxn modelId="{DBA8A400-9E14-4F8F-A6EA-B0918A2DFDEA}" type="presOf" srcId="{24F83057-2D89-401E-A5ED-09A49585F575}" destId="{6C5B65C9-A940-49F3-850C-0BB283F53DD6}" srcOrd="0" destOrd="0" presId="urn:microsoft.com/office/officeart/2016/7/layout/BasicTimeline"/>
    <dgm:cxn modelId="{79C97324-D5C7-49B3-8F72-49E7F938F54C}" type="presOf" srcId="{B6B44427-9A4B-40F7-A70D-F4978944FD7E}" destId="{B93FA74E-984C-4DE0-B3B2-7DD6C72CFFA0}" srcOrd="0" destOrd="0" presId="urn:microsoft.com/office/officeart/2016/7/layout/BasicTimeline"/>
    <dgm:cxn modelId="{C6DA462B-0774-44A0-AC15-973F74C64EE7}" type="presOf" srcId="{D78D25FA-5772-4347-8778-6830CBA44D97}" destId="{16721391-C6BA-4A30-8F0C-C6842FB7600C}" srcOrd="0" destOrd="0" presId="urn:microsoft.com/office/officeart/2016/7/layout/BasicTimeline"/>
    <dgm:cxn modelId="{03033C31-6627-42B5-A561-F764CDDE655E}" srcId="{2F8D6638-8BE5-407C-8D60-AE5FA1ACC5DE}" destId="{2A275C1F-EF10-4ED5-B1C5-C7EB9B5C799B}" srcOrd="2" destOrd="0" parTransId="{59EBD204-FDC0-4597-AF3A-BE1FBEA5061B}" sibTransId="{7B9AC17C-C787-463B-B76C-CFD70BDAAB8C}"/>
    <dgm:cxn modelId="{737BC141-4C99-4F59-82E4-90F308DE8D1B}" type="presOf" srcId="{3D8AE987-3AA2-4221-99A8-AB520F601665}" destId="{1827ACC3-07FA-4F5F-905D-321E565DA73A}" srcOrd="0" destOrd="0" presId="urn:microsoft.com/office/officeart/2016/7/layout/BasicTimeline"/>
    <dgm:cxn modelId="{3738DB46-7F6E-48B5-9E50-7AEFFC017B09}" type="presOf" srcId="{33E2E149-27E6-4360-B91A-C702029E3EC8}" destId="{AD46675A-3269-4A39-B366-CCE1EFA01FD6}" srcOrd="0" destOrd="0" presId="urn:microsoft.com/office/officeart/2016/7/layout/BasicTimeline"/>
    <dgm:cxn modelId="{5BEC1655-BDF7-4613-8599-121E609CFBE6}" srcId="{CF2AFC0F-03EE-472D-84AA-7BA80DA4B6CF}" destId="{33E2E149-27E6-4360-B91A-C702029E3EC8}" srcOrd="0" destOrd="0" parTransId="{D412DE76-0BAF-449D-A08F-24637D74DAC8}" sibTransId="{E9467421-C89D-482D-95D0-654EB45B98FD}"/>
    <dgm:cxn modelId="{E0828E7C-14FF-4B4A-B422-EA8208AF0998}" type="presOf" srcId="{BCE87A53-BBAE-43C7-8A92-7A20B08CBA24}" destId="{B62F01F9-D0C6-4834-B5C8-5EF2838B69C0}" srcOrd="0" destOrd="0" presId="urn:microsoft.com/office/officeart/2016/7/layout/BasicTimeline"/>
    <dgm:cxn modelId="{2097ABA6-8D57-41BD-AF51-B6178485D36F}" srcId="{2F8D6638-8BE5-407C-8D60-AE5FA1ACC5DE}" destId="{D78D25FA-5772-4347-8778-6830CBA44D97}" srcOrd="4" destOrd="0" parTransId="{019EAA90-1DCA-4114-B801-D4D426EB6D82}" sibTransId="{5218C251-5778-4E1A-8537-CB9ED966087E}"/>
    <dgm:cxn modelId="{6649DAA6-A4FD-4383-B4B5-6D312DCC9ED1}" type="presOf" srcId="{25EC5DDD-517D-474E-A047-1A78BC0B1DB0}" destId="{02D3BCF7-D9F5-48B0-A1C2-272D6EE9A79B}" srcOrd="0" destOrd="0" presId="urn:microsoft.com/office/officeart/2016/7/layout/BasicTimeline"/>
    <dgm:cxn modelId="{CEB716A8-F91C-4734-99FE-2BFD8A894EF3}" srcId="{3D8AE987-3AA2-4221-99A8-AB520F601665}" destId="{B6B44427-9A4B-40F7-A70D-F4978944FD7E}" srcOrd="0" destOrd="0" parTransId="{AAF5D256-0A08-4576-970C-56538B36BC69}" sibTransId="{D3F7BB86-321F-49EC-B7D2-7B9F0946C628}"/>
    <dgm:cxn modelId="{93D11FA8-2CBF-4037-8135-C689C8A917BE}" srcId="{2F8D6638-8BE5-407C-8D60-AE5FA1ACC5DE}" destId="{6BFDC7AF-9FB6-4B13-B0A7-95581372AD95}" srcOrd="3" destOrd="0" parTransId="{5295E7FA-BC69-4AAF-8FC0-B606DABA57FF}" sibTransId="{A6124F3D-DA55-40A5-AE59-984EBC365679}"/>
    <dgm:cxn modelId="{C54D58A8-DC18-4B1D-B4B6-B7A125BCD3F9}" srcId="{2F8D6638-8BE5-407C-8D60-AE5FA1ACC5DE}" destId="{CF2AFC0F-03EE-472D-84AA-7BA80DA4B6CF}" srcOrd="1" destOrd="0" parTransId="{B0C2B3F6-DCCE-459C-A1A1-6831AAAE8E27}" sibTransId="{86338B19-E285-452A-BCCD-BC6EFCF1B850}"/>
    <dgm:cxn modelId="{D27E11AD-F35A-4F21-A24F-AE78F8295B06}" type="presOf" srcId="{CF2AFC0F-03EE-472D-84AA-7BA80DA4B6CF}" destId="{9D9D0E26-144F-4A94-BEA4-04D12917AA75}" srcOrd="0" destOrd="0" presId="urn:microsoft.com/office/officeart/2016/7/layout/BasicTimeline"/>
    <dgm:cxn modelId="{8BA65BBD-F655-4994-83F2-73F01CADFBA3}" srcId="{2A275C1F-EF10-4ED5-B1C5-C7EB9B5C799B}" destId="{BCE87A53-BBAE-43C7-8A92-7A20B08CBA24}" srcOrd="0" destOrd="0" parTransId="{FEBDB2BC-4A04-4037-826B-E314A5595D99}" sibTransId="{0FC5B7EE-5D0A-429A-843B-B656E552D285}"/>
    <dgm:cxn modelId="{9B49CCD5-3906-47D7-8E80-0169D6BA0E64}" type="presOf" srcId="{2A275C1F-EF10-4ED5-B1C5-C7EB9B5C799B}" destId="{83BBD351-EB9C-4E65-B7FC-767A9B8FF1C7}" srcOrd="0" destOrd="0" presId="urn:microsoft.com/office/officeart/2016/7/layout/BasicTimeline"/>
    <dgm:cxn modelId="{F834B7E1-9CC9-4D3D-B8B8-CE6E4817E3B9}" srcId="{2F8D6638-8BE5-407C-8D60-AE5FA1ACC5DE}" destId="{3D8AE987-3AA2-4221-99A8-AB520F601665}" srcOrd="0" destOrd="0" parTransId="{F958FB6F-238E-4433-9153-EA2CE51E5B73}" sibTransId="{F8DF5F7F-3520-427A-A406-322BE30D1AB9}"/>
    <dgm:cxn modelId="{2A73D8F1-7F3D-4AEE-940E-6E95E5D166EC}" type="presOf" srcId="{6BFDC7AF-9FB6-4B13-B0A7-95581372AD95}" destId="{EDEA0EE3-4B47-4EE8-9CE9-39B4333FDAF3}" srcOrd="0" destOrd="0" presId="urn:microsoft.com/office/officeart/2016/7/layout/BasicTimeline"/>
    <dgm:cxn modelId="{BEF82BF4-56BA-4733-BADE-2A10EB983D0A}" srcId="{D78D25FA-5772-4347-8778-6830CBA44D97}" destId="{24F83057-2D89-401E-A5ED-09A49585F575}" srcOrd="0" destOrd="0" parTransId="{86F6AC24-BFD8-4D96-85DA-C338A9E555CE}" sibTransId="{D1691394-C304-4A34-92EC-E231C479F736}"/>
    <dgm:cxn modelId="{FF011EF8-74A7-4FA1-B824-28806A74E672}" type="presOf" srcId="{2F8D6638-8BE5-407C-8D60-AE5FA1ACC5DE}" destId="{51583043-1C9E-499F-B288-88865394F209}" srcOrd="0" destOrd="0" presId="urn:microsoft.com/office/officeart/2016/7/layout/BasicTimeline"/>
    <dgm:cxn modelId="{E4DC97FF-A21E-4AF4-A9DC-3D4409636E7D}" srcId="{6BFDC7AF-9FB6-4B13-B0A7-95581372AD95}" destId="{25EC5DDD-517D-474E-A047-1A78BC0B1DB0}" srcOrd="0" destOrd="0" parTransId="{9367934E-1FA6-48B9-9C91-66835D1EFC8D}" sibTransId="{467C7380-5079-4117-BA6D-20A63D182397}"/>
    <dgm:cxn modelId="{9F15D0F8-4B75-4ED1-B282-11B8D3AEADF6}" type="presParOf" srcId="{51583043-1C9E-499F-B288-88865394F209}" destId="{4230194D-1463-4B7D-8EED-D7FB5A934FF9}" srcOrd="0" destOrd="0" presId="urn:microsoft.com/office/officeart/2016/7/layout/BasicTimeline"/>
    <dgm:cxn modelId="{58D83154-C095-46CB-AD06-7B20F91C6A72}" type="presParOf" srcId="{51583043-1C9E-499F-B288-88865394F209}" destId="{8CB9D4F7-4630-4272-BB42-E6AED1287B4E}" srcOrd="1" destOrd="0" presId="urn:microsoft.com/office/officeart/2016/7/layout/BasicTimeline"/>
    <dgm:cxn modelId="{B70DDE0A-67DF-4C50-BF2C-840979907701}" type="presParOf" srcId="{8CB9D4F7-4630-4272-BB42-E6AED1287B4E}" destId="{76E4B606-5CCB-4D6E-AF76-AE213795C103}" srcOrd="0" destOrd="0" presId="urn:microsoft.com/office/officeart/2016/7/layout/BasicTimeline"/>
    <dgm:cxn modelId="{DBDFBE6A-8F37-4569-B616-AE035162AA43}" type="presParOf" srcId="{76E4B606-5CCB-4D6E-AF76-AE213795C103}" destId="{1827ACC3-07FA-4F5F-905D-321E565DA73A}" srcOrd="0" destOrd="0" presId="urn:microsoft.com/office/officeart/2016/7/layout/BasicTimeline"/>
    <dgm:cxn modelId="{DBD37263-ECF5-4201-8B5F-AC46D78FE34E}" type="presParOf" srcId="{76E4B606-5CCB-4D6E-AF76-AE213795C103}" destId="{CE1CE5D7-6490-4220-A750-6EA788637A43}" srcOrd="1" destOrd="0" presId="urn:microsoft.com/office/officeart/2016/7/layout/BasicTimeline"/>
    <dgm:cxn modelId="{B9518A75-3AF9-4DF9-9259-68B81B911BB5}" type="presParOf" srcId="{CE1CE5D7-6490-4220-A750-6EA788637A43}" destId="{B93FA74E-984C-4DE0-B3B2-7DD6C72CFFA0}" srcOrd="0" destOrd="0" presId="urn:microsoft.com/office/officeart/2016/7/layout/BasicTimeline"/>
    <dgm:cxn modelId="{14E6F466-3A86-4209-ADC2-FB9815928DEB}" type="presParOf" srcId="{CE1CE5D7-6490-4220-A750-6EA788637A43}" destId="{EC710562-7147-4CE7-B733-E8DD81775383}" srcOrd="1" destOrd="0" presId="urn:microsoft.com/office/officeart/2016/7/layout/BasicTimeline"/>
    <dgm:cxn modelId="{9381F0A9-A9E1-4AC3-9149-93256A488A2B}" type="presParOf" srcId="{76E4B606-5CCB-4D6E-AF76-AE213795C103}" destId="{66F8E4EC-E8A2-42D8-9DD2-EA55B9313C24}" srcOrd="2" destOrd="0" presId="urn:microsoft.com/office/officeart/2016/7/layout/BasicTimeline"/>
    <dgm:cxn modelId="{3B3DD0B7-E3A6-45C5-BDC5-DD0C3C003ABF}" type="presParOf" srcId="{76E4B606-5CCB-4D6E-AF76-AE213795C103}" destId="{7B539E30-9ACA-42A6-B9C6-AF0EFAC9CCC0}" srcOrd="3" destOrd="0" presId="urn:microsoft.com/office/officeart/2016/7/layout/BasicTimeline"/>
    <dgm:cxn modelId="{CD9E3223-8BBA-4353-BF1E-D06B610827F8}" type="presParOf" srcId="{76E4B606-5CCB-4D6E-AF76-AE213795C103}" destId="{09A53730-A12C-473E-B03F-AC5573037EFE}" srcOrd="4" destOrd="0" presId="urn:microsoft.com/office/officeart/2016/7/layout/BasicTimeline"/>
    <dgm:cxn modelId="{4059C612-3419-4B20-B8CE-5C6C783B7AEF}" type="presParOf" srcId="{8CB9D4F7-4630-4272-BB42-E6AED1287B4E}" destId="{098C4DE2-892A-47FB-A60B-22A25BD216E1}" srcOrd="1" destOrd="0" presId="urn:microsoft.com/office/officeart/2016/7/layout/BasicTimeline"/>
    <dgm:cxn modelId="{4E10181A-E85E-40A9-AB73-3FEEDEBBBECB}" type="presParOf" srcId="{8CB9D4F7-4630-4272-BB42-E6AED1287B4E}" destId="{E3E816DB-79A8-4066-BB5E-1DF88DAF353F}" srcOrd="2" destOrd="0" presId="urn:microsoft.com/office/officeart/2016/7/layout/BasicTimeline"/>
    <dgm:cxn modelId="{E57ACFF1-5BA7-41A9-9864-14986EB5BA7A}" type="presParOf" srcId="{E3E816DB-79A8-4066-BB5E-1DF88DAF353F}" destId="{9D9D0E26-144F-4A94-BEA4-04D12917AA75}" srcOrd="0" destOrd="0" presId="urn:microsoft.com/office/officeart/2016/7/layout/BasicTimeline"/>
    <dgm:cxn modelId="{98DF3F79-6800-457A-B137-B14B408C6D46}" type="presParOf" srcId="{E3E816DB-79A8-4066-BB5E-1DF88DAF353F}" destId="{709730DC-62AF-455E-9031-CDBA1E9AB4CD}" srcOrd="1" destOrd="0" presId="urn:microsoft.com/office/officeart/2016/7/layout/BasicTimeline"/>
    <dgm:cxn modelId="{F9808DCA-D97F-43E0-B45E-2DBAB777DF64}" type="presParOf" srcId="{709730DC-62AF-455E-9031-CDBA1E9AB4CD}" destId="{AD46675A-3269-4A39-B366-CCE1EFA01FD6}" srcOrd="0" destOrd="0" presId="urn:microsoft.com/office/officeart/2016/7/layout/BasicTimeline"/>
    <dgm:cxn modelId="{C7E383D9-2BFB-4FD2-997C-D346E18EBAAA}" type="presParOf" srcId="{709730DC-62AF-455E-9031-CDBA1E9AB4CD}" destId="{7DBACC81-E4DA-40F6-9E49-DB54EC066DC0}" srcOrd="1" destOrd="0" presId="urn:microsoft.com/office/officeart/2016/7/layout/BasicTimeline"/>
    <dgm:cxn modelId="{A9A47155-7CB7-4E5A-8BFC-531036B4FD21}" type="presParOf" srcId="{E3E816DB-79A8-4066-BB5E-1DF88DAF353F}" destId="{D97C9D1E-4205-4665-9046-55E3082EDE1B}" srcOrd="2" destOrd="0" presId="urn:microsoft.com/office/officeart/2016/7/layout/BasicTimeline"/>
    <dgm:cxn modelId="{B77DE580-01E2-473E-AEFE-2A16568A150A}" type="presParOf" srcId="{E3E816DB-79A8-4066-BB5E-1DF88DAF353F}" destId="{401F1E1E-AEBD-4976-857E-67850180626E}" srcOrd="3" destOrd="0" presId="urn:microsoft.com/office/officeart/2016/7/layout/BasicTimeline"/>
    <dgm:cxn modelId="{769EC784-FB13-4938-83D0-E6C2E1EA0FA0}" type="presParOf" srcId="{E3E816DB-79A8-4066-BB5E-1DF88DAF353F}" destId="{F7C29E15-E0E7-436A-9B5A-A8E6A64EFA04}" srcOrd="4" destOrd="0" presId="urn:microsoft.com/office/officeart/2016/7/layout/BasicTimeline"/>
    <dgm:cxn modelId="{EA8A3DDF-5B8B-4CB0-9553-76FBD65F1C80}" type="presParOf" srcId="{8CB9D4F7-4630-4272-BB42-E6AED1287B4E}" destId="{74B6AB37-181A-40FF-A875-32BAE66D1F6F}" srcOrd="3" destOrd="0" presId="urn:microsoft.com/office/officeart/2016/7/layout/BasicTimeline"/>
    <dgm:cxn modelId="{3282F533-C473-46C3-8CCE-B8AA992B2873}" type="presParOf" srcId="{8CB9D4F7-4630-4272-BB42-E6AED1287B4E}" destId="{38021C0F-63EF-447D-AB40-66EA3D9B5C4C}" srcOrd="4" destOrd="0" presId="urn:microsoft.com/office/officeart/2016/7/layout/BasicTimeline"/>
    <dgm:cxn modelId="{6D7D161D-B183-47D5-B37D-F46E62578ABB}" type="presParOf" srcId="{38021C0F-63EF-447D-AB40-66EA3D9B5C4C}" destId="{83BBD351-EB9C-4E65-B7FC-767A9B8FF1C7}" srcOrd="0" destOrd="0" presId="urn:microsoft.com/office/officeart/2016/7/layout/BasicTimeline"/>
    <dgm:cxn modelId="{B9A9CAA9-E889-4CA3-A58E-B13BF3753AE0}" type="presParOf" srcId="{38021C0F-63EF-447D-AB40-66EA3D9B5C4C}" destId="{3989F010-CCE0-41B3-AA39-F2286A8905DB}" srcOrd="1" destOrd="0" presId="urn:microsoft.com/office/officeart/2016/7/layout/BasicTimeline"/>
    <dgm:cxn modelId="{D373066B-860E-46DE-86EE-C73945CE6CE5}" type="presParOf" srcId="{3989F010-CCE0-41B3-AA39-F2286A8905DB}" destId="{B62F01F9-D0C6-4834-B5C8-5EF2838B69C0}" srcOrd="0" destOrd="0" presId="urn:microsoft.com/office/officeart/2016/7/layout/BasicTimeline"/>
    <dgm:cxn modelId="{1CC4188A-EC21-4BC7-BE11-B742A7A02FD5}" type="presParOf" srcId="{3989F010-CCE0-41B3-AA39-F2286A8905DB}" destId="{543E760E-A7B2-418D-9CE0-BDEAD886E366}" srcOrd="1" destOrd="0" presId="urn:microsoft.com/office/officeart/2016/7/layout/BasicTimeline"/>
    <dgm:cxn modelId="{C5B0B9CA-4B02-4DC5-81DB-9DEBFBDA465C}" type="presParOf" srcId="{38021C0F-63EF-447D-AB40-66EA3D9B5C4C}" destId="{F3F23FD4-6ECD-4FAB-A05C-53E8E5D588F4}" srcOrd="2" destOrd="0" presId="urn:microsoft.com/office/officeart/2016/7/layout/BasicTimeline"/>
    <dgm:cxn modelId="{DFEE485D-1FCA-4E03-BDB6-F5E3FE93122A}" type="presParOf" srcId="{38021C0F-63EF-447D-AB40-66EA3D9B5C4C}" destId="{DA683316-A819-425D-BA76-5EA4A7AF7C36}" srcOrd="3" destOrd="0" presId="urn:microsoft.com/office/officeart/2016/7/layout/BasicTimeline"/>
    <dgm:cxn modelId="{CE57018B-AFC0-441B-8024-D42114227E9E}" type="presParOf" srcId="{38021C0F-63EF-447D-AB40-66EA3D9B5C4C}" destId="{F5E3F02E-4D31-4305-BC0E-67BE3352E696}" srcOrd="4" destOrd="0" presId="urn:microsoft.com/office/officeart/2016/7/layout/BasicTimeline"/>
    <dgm:cxn modelId="{2177603F-48E3-4EFE-82D5-812E16672BA6}" type="presParOf" srcId="{8CB9D4F7-4630-4272-BB42-E6AED1287B4E}" destId="{2102B542-AC35-419F-80D7-9DA4F9B4BB14}" srcOrd="5" destOrd="0" presId="urn:microsoft.com/office/officeart/2016/7/layout/BasicTimeline"/>
    <dgm:cxn modelId="{FEB538DC-63FE-4EBF-897C-0CB9044A04B9}" type="presParOf" srcId="{8CB9D4F7-4630-4272-BB42-E6AED1287B4E}" destId="{D320939E-C47F-43E1-B7BE-59BB6DECADC1}" srcOrd="6" destOrd="0" presId="urn:microsoft.com/office/officeart/2016/7/layout/BasicTimeline"/>
    <dgm:cxn modelId="{173D7D39-6D47-442A-98A9-DB6A6105FCC5}" type="presParOf" srcId="{D320939E-C47F-43E1-B7BE-59BB6DECADC1}" destId="{EDEA0EE3-4B47-4EE8-9CE9-39B4333FDAF3}" srcOrd="0" destOrd="0" presId="urn:microsoft.com/office/officeart/2016/7/layout/BasicTimeline"/>
    <dgm:cxn modelId="{CEA02287-FB93-4A83-8FE0-173BEEE7EBAE}" type="presParOf" srcId="{D320939E-C47F-43E1-B7BE-59BB6DECADC1}" destId="{3CB3DAD6-53C1-485E-9E17-EA9BBE81A6D5}" srcOrd="1" destOrd="0" presId="urn:microsoft.com/office/officeart/2016/7/layout/BasicTimeline"/>
    <dgm:cxn modelId="{E7130F37-6086-4B0D-B8AA-86EB822B659F}" type="presParOf" srcId="{3CB3DAD6-53C1-485E-9E17-EA9BBE81A6D5}" destId="{02D3BCF7-D9F5-48B0-A1C2-272D6EE9A79B}" srcOrd="0" destOrd="0" presId="urn:microsoft.com/office/officeart/2016/7/layout/BasicTimeline"/>
    <dgm:cxn modelId="{D665A436-6618-4848-ADCE-6C24BAEBE779}" type="presParOf" srcId="{3CB3DAD6-53C1-485E-9E17-EA9BBE81A6D5}" destId="{BB1B3267-3FA3-44DC-9AEE-EB2DE38DEF11}" srcOrd="1" destOrd="0" presId="urn:microsoft.com/office/officeart/2016/7/layout/BasicTimeline"/>
    <dgm:cxn modelId="{3C464CEF-13FD-4C0E-845B-4698A5E03480}" type="presParOf" srcId="{D320939E-C47F-43E1-B7BE-59BB6DECADC1}" destId="{5E3057CF-AF0C-496D-95CF-65AFB502591C}" srcOrd="2" destOrd="0" presId="urn:microsoft.com/office/officeart/2016/7/layout/BasicTimeline"/>
    <dgm:cxn modelId="{D668741F-7E57-476F-B6E6-14C6F9ABBA70}" type="presParOf" srcId="{D320939E-C47F-43E1-B7BE-59BB6DECADC1}" destId="{ACE31468-A8B0-4E07-80EC-CB0F8E84919C}" srcOrd="3" destOrd="0" presId="urn:microsoft.com/office/officeart/2016/7/layout/BasicTimeline"/>
    <dgm:cxn modelId="{6ED37111-B152-4D9F-B4AC-55768AAEC1D5}" type="presParOf" srcId="{D320939E-C47F-43E1-B7BE-59BB6DECADC1}" destId="{FDF48FC5-F780-4FA0-8ED4-0FAD45B84596}" srcOrd="4" destOrd="0" presId="urn:microsoft.com/office/officeart/2016/7/layout/BasicTimeline"/>
    <dgm:cxn modelId="{A3EAF6EE-5D5B-41A2-9C67-63DCB0AE06E9}" type="presParOf" srcId="{8CB9D4F7-4630-4272-BB42-E6AED1287B4E}" destId="{710E601E-30CE-48E4-9819-35ECFE149BDC}" srcOrd="7" destOrd="0" presId="urn:microsoft.com/office/officeart/2016/7/layout/BasicTimeline"/>
    <dgm:cxn modelId="{545FCF5F-0516-48A3-8C06-593396DED56D}" type="presParOf" srcId="{8CB9D4F7-4630-4272-BB42-E6AED1287B4E}" destId="{09641601-4596-4E9C-AC2F-9F619CEFD1A5}" srcOrd="8" destOrd="0" presId="urn:microsoft.com/office/officeart/2016/7/layout/BasicTimeline"/>
    <dgm:cxn modelId="{223B097A-5AFC-4888-80CE-FAFB5B9603D8}" type="presParOf" srcId="{09641601-4596-4E9C-AC2F-9F619CEFD1A5}" destId="{16721391-C6BA-4A30-8F0C-C6842FB7600C}" srcOrd="0" destOrd="0" presId="urn:microsoft.com/office/officeart/2016/7/layout/BasicTimeline"/>
    <dgm:cxn modelId="{BBD20010-AD7C-425F-B2E7-56DD08C6DB0C}" type="presParOf" srcId="{09641601-4596-4E9C-AC2F-9F619CEFD1A5}" destId="{407C0F36-14D1-40A1-8CE7-BEA647610612}" srcOrd="1" destOrd="0" presId="urn:microsoft.com/office/officeart/2016/7/layout/BasicTimeline"/>
    <dgm:cxn modelId="{90EA4050-72D9-4437-B8FC-857C48945B4B}" type="presParOf" srcId="{407C0F36-14D1-40A1-8CE7-BEA647610612}" destId="{6C5B65C9-A940-49F3-850C-0BB283F53DD6}" srcOrd="0" destOrd="0" presId="urn:microsoft.com/office/officeart/2016/7/layout/BasicTimeline"/>
    <dgm:cxn modelId="{1B82CFCE-BA4E-49A8-BED9-457903E9BDF5}" type="presParOf" srcId="{407C0F36-14D1-40A1-8CE7-BEA647610612}" destId="{D0D99F09-C19F-4DB0-8229-39E7B7FC80A1}" srcOrd="1" destOrd="0" presId="urn:microsoft.com/office/officeart/2016/7/layout/BasicTimeline"/>
    <dgm:cxn modelId="{9E4F5B6A-4527-4BCC-96D6-150ED6835046}" type="presParOf" srcId="{09641601-4596-4E9C-AC2F-9F619CEFD1A5}" destId="{259302F5-B0E9-4EA5-84C8-69F49B45C8C1}" srcOrd="2" destOrd="0" presId="urn:microsoft.com/office/officeart/2016/7/layout/BasicTimeline"/>
    <dgm:cxn modelId="{22043DE3-B788-45C8-97DF-AA0EE6D258B6}" type="presParOf" srcId="{09641601-4596-4E9C-AC2F-9F619CEFD1A5}" destId="{5293645F-5157-4589-B619-16637C64BF65}" srcOrd="3" destOrd="0" presId="urn:microsoft.com/office/officeart/2016/7/layout/BasicTimeline"/>
    <dgm:cxn modelId="{79A824D1-99E5-47BA-9D2C-334CB7268EBA}" type="presParOf" srcId="{09641601-4596-4E9C-AC2F-9F619CEFD1A5}" destId="{01DCA478-F01B-4325-A51A-F6EB760432F9}"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4DC7E6-0DF1-4ED5-AAA3-ADDBC0681518}" type="doc">
      <dgm:prSet loTypeId="urn:microsoft.com/office/officeart/2005/8/layout/bList2" loCatId="list" qsTypeId="urn:microsoft.com/office/officeart/2005/8/quickstyle/simple4" qsCatId="simple" csTypeId="urn:microsoft.com/office/officeart/2005/8/colors/colorful2" csCatId="colorful" phldr="1"/>
      <dgm:spPr/>
      <dgm:t>
        <a:bodyPr/>
        <a:lstStyle/>
        <a:p>
          <a:endParaRPr lang="en-US"/>
        </a:p>
      </dgm:t>
    </dgm:pt>
    <dgm:pt modelId="{8777BBE3-8E04-40E0-AE82-18B04C5D882D}">
      <dgm:prSet/>
      <dgm:spPr>
        <a:solidFill>
          <a:schemeClr val="accent4"/>
        </a:solidFill>
      </dgm:spPr>
      <dgm:t>
        <a:bodyPr/>
        <a:lstStyle/>
        <a:p>
          <a:r>
            <a:rPr lang="es-MX" dirty="0"/>
            <a:t>Windows</a:t>
          </a:r>
          <a:endParaRPr lang="en-US" dirty="0"/>
        </a:p>
      </dgm:t>
    </dgm:pt>
    <dgm:pt modelId="{A003267A-42EB-4E5B-AD70-0D584524C1AE}" type="parTrans" cxnId="{1DF39599-621C-47D3-BD7A-F984D1452CA1}">
      <dgm:prSet/>
      <dgm:spPr/>
      <dgm:t>
        <a:bodyPr/>
        <a:lstStyle/>
        <a:p>
          <a:endParaRPr lang="en-US"/>
        </a:p>
      </dgm:t>
    </dgm:pt>
    <dgm:pt modelId="{BA87BDE1-9DB3-4ED7-BE1B-5E45D657C78D}" type="sibTrans" cxnId="{1DF39599-621C-47D3-BD7A-F984D1452CA1}">
      <dgm:prSet/>
      <dgm:spPr/>
      <dgm:t>
        <a:bodyPr/>
        <a:lstStyle/>
        <a:p>
          <a:endParaRPr lang="en-US"/>
        </a:p>
      </dgm:t>
    </dgm:pt>
    <dgm:pt modelId="{CCB05DB1-86CF-4C0D-AD3A-D64623EDE00A}">
      <dgm:prSet/>
      <dgm:spPr>
        <a:solidFill>
          <a:schemeClr val="bg2">
            <a:lumMod val="75000"/>
          </a:schemeClr>
        </a:solidFill>
      </dgm:spPr>
      <dgm:t>
        <a:bodyPr/>
        <a:lstStyle/>
        <a:p>
          <a:r>
            <a:rPr lang="es-MX" dirty="0"/>
            <a:t>MacOS</a:t>
          </a:r>
          <a:endParaRPr lang="en-US" dirty="0"/>
        </a:p>
      </dgm:t>
    </dgm:pt>
    <dgm:pt modelId="{FDAEE1FE-99AF-4BA3-80D4-023CECA62A7C}" type="parTrans" cxnId="{08AE7EB9-28F4-41A2-9EC1-31AAE7F0A561}">
      <dgm:prSet/>
      <dgm:spPr/>
      <dgm:t>
        <a:bodyPr/>
        <a:lstStyle/>
        <a:p>
          <a:endParaRPr lang="en-US"/>
        </a:p>
      </dgm:t>
    </dgm:pt>
    <dgm:pt modelId="{CB3FD6A2-49AD-460F-8F67-676FE97239CC}" type="sibTrans" cxnId="{08AE7EB9-28F4-41A2-9EC1-31AAE7F0A561}">
      <dgm:prSet/>
      <dgm:spPr/>
      <dgm:t>
        <a:bodyPr/>
        <a:lstStyle/>
        <a:p>
          <a:endParaRPr lang="en-US"/>
        </a:p>
      </dgm:t>
    </dgm:pt>
    <dgm:pt modelId="{5EB74B59-E06C-4104-BD69-AF01EC92B437}">
      <dgm:prSet/>
      <dgm:spPr>
        <a:solidFill>
          <a:schemeClr val="accent2"/>
        </a:solidFill>
      </dgm:spPr>
      <dgm:t>
        <a:bodyPr/>
        <a:lstStyle/>
        <a:p>
          <a:r>
            <a:rPr lang="es-MX" dirty="0"/>
            <a:t>Linux</a:t>
          </a:r>
          <a:endParaRPr lang="en-US" dirty="0"/>
        </a:p>
      </dgm:t>
    </dgm:pt>
    <dgm:pt modelId="{00583DDC-E7FF-49B8-BDE4-02FC8001BE86}" type="parTrans" cxnId="{CF1F3A2B-FDBC-4976-825C-B43BE977EAA4}">
      <dgm:prSet/>
      <dgm:spPr/>
      <dgm:t>
        <a:bodyPr/>
        <a:lstStyle/>
        <a:p>
          <a:endParaRPr lang="en-US"/>
        </a:p>
      </dgm:t>
    </dgm:pt>
    <dgm:pt modelId="{BB0F8500-D208-439F-AD2B-509C003C685C}" type="sibTrans" cxnId="{CF1F3A2B-FDBC-4976-825C-B43BE977EAA4}">
      <dgm:prSet/>
      <dgm:spPr/>
      <dgm:t>
        <a:bodyPr/>
        <a:lstStyle/>
        <a:p>
          <a:endParaRPr lang="en-US"/>
        </a:p>
      </dgm:t>
    </dgm:pt>
    <dgm:pt modelId="{ABF912AB-3A4A-4744-9605-BEF57AEF3B15}">
      <dgm:prSet/>
      <dgm:spPr/>
      <dgm:t>
        <a:bodyPr/>
        <a:lstStyle/>
        <a:p>
          <a:r>
            <a:rPr lang="es-MX" dirty="0" err="1"/>
            <a:t>ChromeOS</a:t>
          </a:r>
          <a:endParaRPr lang="en-US" dirty="0"/>
        </a:p>
      </dgm:t>
    </dgm:pt>
    <dgm:pt modelId="{5F93CBCF-E9A8-499B-B168-B9EDAC8DC5BA}" type="parTrans" cxnId="{B99688EF-C444-4126-AAC7-CDFC9C28D88C}">
      <dgm:prSet/>
      <dgm:spPr/>
      <dgm:t>
        <a:bodyPr/>
        <a:lstStyle/>
        <a:p>
          <a:endParaRPr lang="en-US"/>
        </a:p>
      </dgm:t>
    </dgm:pt>
    <dgm:pt modelId="{B8FA284C-0E65-48F6-A05A-D88D009F601B}" type="sibTrans" cxnId="{B99688EF-C444-4126-AAC7-CDFC9C28D88C}">
      <dgm:prSet/>
      <dgm:spPr/>
      <dgm:t>
        <a:bodyPr/>
        <a:lstStyle/>
        <a:p>
          <a:endParaRPr lang="en-US"/>
        </a:p>
      </dgm:t>
    </dgm:pt>
    <dgm:pt modelId="{FBEEF56C-9857-40BF-B195-F4A68066CF51}">
      <dgm:prSet/>
      <dgm:spPr>
        <a:blipFill rotWithShape="0">
          <a:blip xmlns:r="http://schemas.openxmlformats.org/officeDocument/2006/relationships" r:embed="rId1"/>
          <a:srcRect/>
          <a:stretch>
            <a:fillRect l="-38000" r="-38000"/>
          </a:stretch>
        </a:blipFill>
      </dgm:spPr>
      <dgm:t>
        <a:bodyPr/>
        <a:lstStyle/>
        <a:p>
          <a:endParaRPr lang="es-MX"/>
        </a:p>
      </dgm:t>
    </dgm:pt>
    <dgm:pt modelId="{219039C2-861B-46DD-BB79-C9330EDA4922}" type="parTrans" cxnId="{2E086715-4445-4BC5-88FB-86F8405802E1}">
      <dgm:prSet/>
      <dgm:spPr/>
      <dgm:t>
        <a:bodyPr/>
        <a:lstStyle/>
        <a:p>
          <a:endParaRPr lang="es-MX"/>
        </a:p>
      </dgm:t>
    </dgm:pt>
    <dgm:pt modelId="{182DFCB5-4B55-4E46-8E3C-6A445ECB4619}" type="sibTrans" cxnId="{2E086715-4445-4BC5-88FB-86F8405802E1}">
      <dgm:prSet/>
      <dgm:spPr/>
      <dgm:t>
        <a:bodyPr/>
        <a:lstStyle/>
        <a:p>
          <a:endParaRPr lang="es-MX"/>
        </a:p>
      </dgm:t>
    </dgm:pt>
    <dgm:pt modelId="{609DB2D0-60F9-47A8-8D62-B1CB3FFF0262}" type="pres">
      <dgm:prSet presAssocID="{174DC7E6-0DF1-4ED5-AAA3-ADDBC0681518}" presName="diagram" presStyleCnt="0">
        <dgm:presLayoutVars>
          <dgm:dir/>
          <dgm:animLvl val="lvl"/>
          <dgm:resizeHandles val="exact"/>
        </dgm:presLayoutVars>
      </dgm:prSet>
      <dgm:spPr/>
    </dgm:pt>
    <dgm:pt modelId="{FB248E65-651D-4932-8CC4-617FA2D46439}" type="pres">
      <dgm:prSet presAssocID="{8777BBE3-8E04-40E0-AE82-18B04C5D882D}" presName="compNode" presStyleCnt="0"/>
      <dgm:spPr/>
    </dgm:pt>
    <dgm:pt modelId="{138D593D-47EA-4990-8A54-C773D4C27698}" type="pres">
      <dgm:prSet presAssocID="{8777BBE3-8E04-40E0-AE82-18B04C5D882D}" presName="childRect" presStyleLbl="bgAcc1" presStyleIdx="0" presStyleCnt="4">
        <dgm:presLayoutVars>
          <dgm:bulletEnabled val="1"/>
        </dgm:presLayoutVars>
      </dgm:prSet>
      <dgm:spPr>
        <a:blipFill rotWithShape="0">
          <a:blip xmlns:r="http://schemas.openxmlformats.org/officeDocument/2006/relationships" r:embed="rId2"/>
          <a:srcRect/>
          <a:stretch>
            <a:fillRect l="-6000" r="-6000"/>
          </a:stretch>
        </a:blipFill>
      </dgm:spPr>
    </dgm:pt>
    <dgm:pt modelId="{8BB7A8C2-82BB-420F-960E-603CB9F98D37}" type="pres">
      <dgm:prSet presAssocID="{8777BBE3-8E04-40E0-AE82-18B04C5D882D}" presName="parentText" presStyleLbl="node1" presStyleIdx="0" presStyleCnt="0">
        <dgm:presLayoutVars>
          <dgm:chMax val="0"/>
          <dgm:bulletEnabled val="1"/>
        </dgm:presLayoutVars>
      </dgm:prSet>
      <dgm:spPr/>
    </dgm:pt>
    <dgm:pt modelId="{D343805E-ED29-4240-9491-5374CA40B7D8}" type="pres">
      <dgm:prSet presAssocID="{8777BBE3-8E04-40E0-AE82-18B04C5D882D}" presName="parentRect" presStyleLbl="alignNode1" presStyleIdx="0" presStyleCnt="4"/>
      <dgm:spPr/>
    </dgm:pt>
    <dgm:pt modelId="{C26C6634-C6EE-4DD3-A044-26827925F5F0}" type="pres">
      <dgm:prSet presAssocID="{8777BBE3-8E04-40E0-AE82-18B04C5D882D}" presName="adorn" presStyleLbl="fgAccFollowNode1" presStyleIdx="0" presStyleCnt="4"/>
      <dgm:spPr>
        <a:blipFill>
          <a:blip xmlns:r="http://schemas.openxmlformats.org/officeDocument/2006/relationships" r:embed="rId3"/>
          <a:srcRect/>
          <a:stretch>
            <a:fillRect/>
          </a:stretch>
        </a:blipFill>
      </dgm:spPr>
    </dgm:pt>
    <dgm:pt modelId="{572278A0-39AD-43F8-BE40-C9D0757172A5}" type="pres">
      <dgm:prSet presAssocID="{BA87BDE1-9DB3-4ED7-BE1B-5E45D657C78D}" presName="sibTrans" presStyleLbl="sibTrans2D1" presStyleIdx="0" presStyleCnt="0"/>
      <dgm:spPr/>
    </dgm:pt>
    <dgm:pt modelId="{D7FA86F5-0583-4662-82D4-DEE677C58A88}" type="pres">
      <dgm:prSet presAssocID="{CCB05DB1-86CF-4C0D-AD3A-D64623EDE00A}" presName="compNode" presStyleCnt="0"/>
      <dgm:spPr/>
    </dgm:pt>
    <dgm:pt modelId="{D3D9574C-78DC-4F9A-8201-A06048763024}" type="pres">
      <dgm:prSet presAssocID="{CCB05DB1-86CF-4C0D-AD3A-D64623EDE00A}" presName="childRect" presStyleLbl="bgAcc1" presStyleIdx="1" presStyleCnt="4">
        <dgm:presLayoutVars>
          <dgm:bulletEnabled val="1"/>
        </dgm:presLayoutVars>
      </dgm:prSet>
      <dgm:spPr>
        <a:blipFill rotWithShape="0">
          <a:blip xmlns:r="http://schemas.openxmlformats.org/officeDocument/2006/relationships" r:embed="rId4"/>
          <a:srcRect/>
          <a:stretch>
            <a:fillRect l="-8000" r="-8000"/>
          </a:stretch>
        </a:blipFill>
      </dgm:spPr>
    </dgm:pt>
    <dgm:pt modelId="{C026B333-81F7-45E7-9BC7-BD3273673A9D}" type="pres">
      <dgm:prSet presAssocID="{CCB05DB1-86CF-4C0D-AD3A-D64623EDE00A}" presName="parentText" presStyleLbl="node1" presStyleIdx="0" presStyleCnt="0">
        <dgm:presLayoutVars>
          <dgm:chMax val="0"/>
          <dgm:bulletEnabled val="1"/>
        </dgm:presLayoutVars>
      </dgm:prSet>
      <dgm:spPr/>
    </dgm:pt>
    <dgm:pt modelId="{E5A57AF5-FEF7-4433-8970-A6D357B87DE4}" type="pres">
      <dgm:prSet presAssocID="{CCB05DB1-86CF-4C0D-AD3A-D64623EDE00A}" presName="parentRect" presStyleLbl="alignNode1" presStyleIdx="1" presStyleCnt="4"/>
      <dgm:spPr/>
    </dgm:pt>
    <dgm:pt modelId="{48A7842A-A6ED-4822-9046-334D29978C73}" type="pres">
      <dgm:prSet presAssocID="{CCB05DB1-86CF-4C0D-AD3A-D64623EDE00A}" presName="adorn" presStyleLbl="fgAccFollowNode1" presStyleIdx="1" presStyleCnt="4"/>
      <dgm:spPr>
        <a:blipFill>
          <a:blip xmlns:r="http://schemas.openxmlformats.org/officeDocument/2006/relationships" r:embed="rId5"/>
          <a:srcRect/>
          <a:stretch>
            <a:fillRect/>
          </a:stretch>
        </a:blipFill>
      </dgm:spPr>
    </dgm:pt>
    <dgm:pt modelId="{768EC259-29CA-46E5-BFE4-F724BA709DAA}" type="pres">
      <dgm:prSet presAssocID="{CB3FD6A2-49AD-460F-8F67-676FE97239CC}" presName="sibTrans" presStyleLbl="sibTrans2D1" presStyleIdx="0" presStyleCnt="0"/>
      <dgm:spPr/>
    </dgm:pt>
    <dgm:pt modelId="{7C99CDDC-D3A3-4E76-9C7F-DB62E1A5BEA6}" type="pres">
      <dgm:prSet presAssocID="{5EB74B59-E06C-4104-BD69-AF01EC92B437}" presName="compNode" presStyleCnt="0"/>
      <dgm:spPr/>
    </dgm:pt>
    <dgm:pt modelId="{93891F28-CD5E-49D2-96AD-C1CA5B84C1FD}" type="pres">
      <dgm:prSet presAssocID="{5EB74B59-E06C-4104-BD69-AF01EC92B437}" presName="childRect" presStyleLbl="bgAcc1" presStyleIdx="2" presStyleCnt="4">
        <dgm:presLayoutVars>
          <dgm:bulletEnabled val="1"/>
        </dgm:presLayoutVars>
      </dgm:prSet>
      <dgm:spPr>
        <a:blipFill rotWithShape="0">
          <a:blip xmlns:r="http://schemas.openxmlformats.org/officeDocument/2006/relationships" r:embed="rId6"/>
          <a:srcRect/>
          <a:stretch>
            <a:fillRect l="-17000" r="-17000"/>
          </a:stretch>
        </a:blipFill>
      </dgm:spPr>
    </dgm:pt>
    <dgm:pt modelId="{164DBCDD-F933-4891-B276-64B9ACF807C1}" type="pres">
      <dgm:prSet presAssocID="{5EB74B59-E06C-4104-BD69-AF01EC92B437}" presName="parentText" presStyleLbl="node1" presStyleIdx="0" presStyleCnt="0">
        <dgm:presLayoutVars>
          <dgm:chMax val="0"/>
          <dgm:bulletEnabled val="1"/>
        </dgm:presLayoutVars>
      </dgm:prSet>
      <dgm:spPr/>
    </dgm:pt>
    <dgm:pt modelId="{6443AB61-D609-4F57-B30F-21F41AA0C94C}" type="pres">
      <dgm:prSet presAssocID="{5EB74B59-E06C-4104-BD69-AF01EC92B437}" presName="parentRect" presStyleLbl="alignNode1" presStyleIdx="2" presStyleCnt="4"/>
      <dgm:spPr/>
    </dgm:pt>
    <dgm:pt modelId="{49DCEA52-15D6-4E19-881F-05B888CD9B23}" type="pres">
      <dgm:prSet presAssocID="{5EB74B59-E06C-4104-BD69-AF01EC92B437}" presName="adorn" presStyleLbl="fgAccFollowNode1" presStyleIdx="2" presStyleCnt="4"/>
      <dgm:spPr>
        <a:blipFill>
          <a:blip xmlns:r="http://schemas.openxmlformats.org/officeDocument/2006/relationships" r:embed="rId7"/>
          <a:srcRect/>
          <a:stretch>
            <a:fillRect/>
          </a:stretch>
        </a:blipFill>
      </dgm:spPr>
    </dgm:pt>
    <dgm:pt modelId="{1862AAF4-D448-48FE-AB61-5A35365749B6}" type="pres">
      <dgm:prSet presAssocID="{BB0F8500-D208-439F-AD2B-509C003C685C}" presName="sibTrans" presStyleLbl="sibTrans2D1" presStyleIdx="0" presStyleCnt="0"/>
      <dgm:spPr/>
    </dgm:pt>
    <dgm:pt modelId="{21FD58C4-E2C4-46B1-A8EB-E9FFCB2CE539}" type="pres">
      <dgm:prSet presAssocID="{ABF912AB-3A4A-4744-9605-BEF57AEF3B15}" presName="compNode" presStyleCnt="0"/>
      <dgm:spPr/>
    </dgm:pt>
    <dgm:pt modelId="{A4036C0F-123A-48A4-8B4A-9FB6BE2A4167}" type="pres">
      <dgm:prSet presAssocID="{ABF912AB-3A4A-4744-9605-BEF57AEF3B15}" presName="childRect" presStyleLbl="bgAcc1" presStyleIdx="3" presStyleCnt="4">
        <dgm:presLayoutVars>
          <dgm:bulletEnabled val="1"/>
        </dgm:presLayoutVars>
      </dgm:prSet>
      <dgm:spPr/>
    </dgm:pt>
    <dgm:pt modelId="{97BBBBF4-6F22-4189-AA7E-581EDB9481BB}" type="pres">
      <dgm:prSet presAssocID="{ABF912AB-3A4A-4744-9605-BEF57AEF3B15}" presName="parentText" presStyleLbl="node1" presStyleIdx="0" presStyleCnt="0">
        <dgm:presLayoutVars>
          <dgm:chMax val="0"/>
          <dgm:bulletEnabled val="1"/>
        </dgm:presLayoutVars>
      </dgm:prSet>
      <dgm:spPr/>
    </dgm:pt>
    <dgm:pt modelId="{5A43DB22-AE6C-4675-A48B-33B51D127392}" type="pres">
      <dgm:prSet presAssocID="{ABF912AB-3A4A-4744-9605-BEF57AEF3B15}" presName="parentRect" presStyleLbl="alignNode1" presStyleIdx="3" presStyleCnt="4"/>
      <dgm:spPr/>
    </dgm:pt>
    <dgm:pt modelId="{7E6DDFB9-75F5-4F1A-9248-A88085950EBF}" type="pres">
      <dgm:prSet presAssocID="{ABF912AB-3A4A-4744-9605-BEF57AEF3B15}" presName="adorn" presStyleLbl="fgAccFollowNode1" presStyleIdx="3" presStyleCnt="4"/>
      <dgm:spPr>
        <a:blipFill>
          <a:blip xmlns:r="http://schemas.openxmlformats.org/officeDocument/2006/relationships" r:embed="rId8"/>
          <a:srcRect/>
          <a:stretch>
            <a:fillRect/>
          </a:stretch>
        </a:blipFill>
      </dgm:spPr>
    </dgm:pt>
  </dgm:ptLst>
  <dgm:cxnLst>
    <dgm:cxn modelId="{17360F09-A027-46BE-82CB-1F35C391185C}" type="presOf" srcId="{CB3FD6A2-49AD-460F-8F67-676FE97239CC}" destId="{768EC259-29CA-46E5-BFE4-F724BA709DAA}" srcOrd="0" destOrd="0" presId="urn:microsoft.com/office/officeart/2005/8/layout/bList2"/>
    <dgm:cxn modelId="{2E086715-4445-4BC5-88FB-86F8405802E1}" srcId="{ABF912AB-3A4A-4744-9605-BEF57AEF3B15}" destId="{FBEEF56C-9857-40BF-B195-F4A68066CF51}" srcOrd="0" destOrd="0" parTransId="{219039C2-861B-46DD-BB79-C9330EDA4922}" sibTransId="{182DFCB5-4B55-4E46-8E3C-6A445ECB4619}"/>
    <dgm:cxn modelId="{B5549816-9831-4105-B6A5-0BD111FF249B}" type="presOf" srcId="{CCB05DB1-86CF-4C0D-AD3A-D64623EDE00A}" destId="{C026B333-81F7-45E7-9BC7-BD3273673A9D}" srcOrd="0" destOrd="0" presId="urn:microsoft.com/office/officeart/2005/8/layout/bList2"/>
    <dgm:cxn modelId="{204B0E17-CA60-4F15-AC81-5434E8574B9A}" type="presOf" srcId="{5EB74B59-E06C-4104-BD69-AF01EC92B437}" destId="{164DBCDD-F933-4891-B276-64B9ACF807C1}" srcOrd="0" destOrd="0" presId="urn:microsoft.com/office/officeart/2005/8/layout/bList2"/>
    <dgm:cxn modelId="{A9BE2C17-2B44-4022-83A0-7CCB64403856}" type="presOf" srcId="{CCB05DB1-86CF-4C0D-AD3A-D64623EDE00A}" destId="{E5A57AF5-FEF7-4433-8970-A6D357B87DE4}" srcOrd="1" destOrd="0" presId="urn:microsoft.com/office/officeart/2005/8/layout/bList2"/>
    <dgm:cxn modelId="{57812525-928C-4558-B4CE-D24F10A04C83}" type="presOf" srcId="{8777BBE3-8E04-40E0-AE82-18B04C5D882D}" destId="{D343805E-ED29-4240-9491-5374CA40B7D8}" srcOrd="1" destOrd="0" presId="urn:microsoft.com/office/officeart/2005/8/layout/bList2"/>
    <dgm:cxn modelId="{CF1F3A2B-FDBC-4976-825C-B43BE977EAA4}" srcId="{174DC7E6-0DF1-4ED5-AAA3-ADDBC0681518}" destId="{5EB74B59-E06C-4104-BD69-AF01EC92B437}" srcOrd="2" destOrd="0" parTransId="{00583DDC-E7FF-49B8-BDE4-02FC8001BE86}" sibTransId="{BB0F8500-D208-439F-AD2B-509C003C685C}"/>
    <dgm:cxn modelId="{99C5CC42-94EA-4495-9FC2-36E322206FCB}" type="presOf" srcId="{ABF912AB-3A4A-4744-9605-BEF57AEF3B15}" destId="{5A43DB22-AE6C-4675-A48B-33B51D127392}" srcOrd="1" destOrd="0" presId="urn:microsoft.com/office/officeart/2005/8/layout/bList2"/>
    <dgm:cxn modelId="{B9C04065-91EF-48D8-AD94-2FE4893B7883}" type="presOf" srcId="{5EB74B59-E06C-4104-BD69-AF01EC92B437}" destId="{6443AB61-D609-4F57-B30F-21F41AA0C94C}" srcOrd="1" destOrd="0" presId="urn:microsoft.com/office/officeart/2005/8/layout/bList2"/>
    <dgm:cxn modelId="{62701C6D-F4F7-4603-AB96-85131D7DAA8A}" type="presOf" srcId="{174DC7E6-0DF1-4ED5-AAA3-ADDBC0681518}" destId="{609DB2D0-60F9-47A8-8D62-B1CB3FFF0262}" srcOrd="0" destOrd="0" presId="urn:microsoft.com/office/officeart/2005/8/layout/bList2"/>
    <dgm:cxn modelId="{1DF39599-621C-47D3-BD7A-F984D1452CA1}" srcId="{174DC7E6-0DF1-4ED5-AAA3-ADDBC0681518}" destId="{8777BBE3-8E04-40E0-AE82-18B04C5D882D}" srcOrd="0" destOrd="0" parTransId="{A003267A-42EB-4E5B-AD70-0D584524C1AE}" sibTransId="{BA87BDE1-9DB3-4ED7-BE1B-5E45D657C78D}"/>
    <dgm:cxn modelId="{C7ADCEA8-C564-46F9-B561-4E0DC11BC30A}" type="presOf" srcId="{ABF912AB-3A4A-4744-9605-BEF57AEF3B15}" destId="{97BBBBF4-6F22-4189-AA7E-581EDB9481BB}" srcOrd="0" destOrd="0" presId="urn:microsoft.com/office/officeart/2005/8/layout/bList2"/>
    <dgm:cxn modelId="{7891DBB1-5212-4007-989C-F3C59C86DF1D}" type="presOf" srcId="{8777BBE3-8E04-40E0-AE82-18B04C5D882D}" destId="{8BB7A8C2-82BB-420F-960E-603CB9F98D37}" srcOrd="0" destOrd="0" presId="urn:microsoft.com/office/officeart/2005/8/layout/bList2"/>
    <dgm:cxn modelId="{08AE7EB9-28F4-41A2-9EC1-31AAE7F0A561}" srcId="{174DC7E6-0DF1-4ED5-AAA3-ADDBC0681518}" destId="{CCB05DB1-86CF-4C0D-AD3A-D64623EDE00A}" srcOrd="1" destOrd="0" parTransId="{FDAEE1FE-99AF-4BA3-80D4-023CECA62A7C}" sibTransId="{CB3FD6A2-49AD-460F-8F67-676FE97239CC}"/>
    <dgm:cxn modelId="{2F9A3BD5-7A14-4993-8561-271963BF364C}" type="presOf" srcId="{FBEEF56C-9857-40BF-B195-F4A68066CF51}" destId="{A4036C0F-123A-48A4-8B4A-9FB6BE2A4167}" srcOrd="0" destOrd="0" presId="urn:microsoft.com/office/officeart/2005/8/layout/bList2"/>
    <dgm:cxn modelId="{F6295CDB-A178-458C-A84F-9CD5734C0BE7}" type="presOf" srcId="{BA87BDE1-9DB3-4ED7-BE1B-5E45D657C78D}" destId="{572278A0-39AD-43F8-BE40-C9D0757172A5}" srcOrd="0" destOrd="0" presId="urn:microsoft.com/office/officeart/2005/8/layout/bList2"/>
    <dgm:cxn modelId="{B99688EF-C444-4126-AAC7-CDFC9C28D88C}" srcId="{174DC7E6-0DF1-4ED5-AAA3-ADDBC0681518}" destId="{ABF912AB-3A4A-4744-9605-BEF57AEF3B15}" srcOrd="3" destOrd="0" parTransId="{5F93CBCF-E9A8-499B-B168-B9EDAC8DC5BA}" sibTransId="{B8FA284C-0E65-48F6-A05A-D88D009F601B}"/>
    <dgm:cxn modelId="{9FF8C8F5-5B0C-4565-B78B-8E990EB74504}" type="presOf" srcId="{BB0F8500-D208-439F-AD2B-509C003C685C}" destId="{1862AAF4-D448-48FE-AB61-5A35365749B6}" srcOrd="0" destOrd="0" presId="urn:microsoft.com/office/officeart/2005/8/layout/bList2"/>
    <dgm:cxn modelId="{D074699C-A366-4BD6-92E1-5F315BD47C75}" type="presParOf" srcId="{609DB2D0-60F9-47A8-8D62-B1CB3FFF0262}" destId="{FB248E65-651D-4932-8CC4-617FA2D46439}" srcOrd="0" destOrd="0" presId="urn:microsoft.com/office/officeart/2005/8/layout/bList2"/>
    <dgm:cxn modelId="{4334C0B9-A54E-438A-95B1-016EB4D25A58}" type="presParOf" srcId="{FB248E65-651D-4932-8CC4-617FA2D46439}" destId="{138D593D-47EA-4990-8A54-C773D4C27698}" srcOrd="0" destOrd="0" presId="urn:microsoft.com/office/officeart/2005/8/layout/bList2"/>
    <dgm:cxn modelId="{8D872E9C-EDA3-4EE9-8B5D-6D0BE6E7C515}" type="presParOf" srcId="{FB248E65-651D-4932-8CC4-617FA2D46439}" destId="{8BB7A8C2-82BB-420F-960E-603CB9F98D37}" srcOrd="1" destOrd="0" presId="urn:microsoft.com/office/officeart/2005/8/layout/bList2"/>
    <dgm:cxn modelId="{FF1F80F3-CFFE-464D-9765-0F39EF5A2D37}" type="presParOf" srcId="{FB248E65-651D-4932-8CC4-617FA2D46439}" destId="{D343805E-ED29-4240-9491-5374CA40B7D8}" srcOrd="2" destOrd="0" presId="urn:microsoft.com/office/officeart/2005/8/layout/bList2"/>
    <dgm:cxn modelId="{50831471-E4E2-433E-BCFB-7E2E122463F1}" type="presParOf" srcId="{FB248E65-651D-4932-8CC4-617FA2D46439}" destId="{C26C6634-C6EE-4DD3-A044-26827925F5F0}" srcOrd="3" destOrd="0" presId="urn:microsoft.com/office/officeart/2005/8/layout/bList2"/>
    <dgm:cxn modelId="{D9586C1A-1FA7-4586-ACD8-45CF6C04719E}" type="presParOf" srcId="{609DB2D0-60F9-47A8-8D62-B1CB3FFF0262}" destId="{572278A0-39AD-43F8-BE40-C9D0757172A5}" srcOrd="1" destOrd="0" presId="urn:microsoft.com/office/officeart/2005/8/layout/bList2"/>
    <dgm:cxn modelId="{3A0BE8F8-5329-4B85-BABE-5DDFFCC927EF}" type="presParOf" srcId="{609DB2D0-60F9-47A8-8D62-B1CB3FFF0262}" destId="{D7FA86F5-0583-4662-82D4-DEE677C58A88}" srcOrd="2" destOrd="0" presId="urn:microsoft.com/office/officeart/2005/8/layout/bList2"/>
    <dgm:cxn modelId="{529261D3-E5A9-4735-BA11-01F32C4C978D}" type="presParOf" srcId="{D7FA86F5-0583-4662-82D4-DEE677C58A88}" destId="{D3D9574C-78DC-4F9A-8201-A06048763024}" srcOrd="0" destOrd="0" presId="urn:microsoft.com/office/officeart/2005/8/layout/bList2"/>
    <dgm:cxn modelId="{F288D39D-5C8E-46F8-A76A-6FB373C0030D}" type="presParOf" srcId="{D7FA86F5-0583-4662-82D4-DEE677C58A88}" destId="{C026B333-81F7-45E7-9BC7-BD3273673A9D}" srcOrd="1" destOrd="0" presId="urn:microsoft.com/office/officeart/2005/8/layout/bList2"/>
    <dgm:cxn modelId="{9EE03309-FBDA-4E24-90F8-601CD113BBA5}" type="presParOf" srcId="{D7FA86F5-0583-4662-82D4-DEE677C58A88}" destId="{E5A57AF5-FEF7-4433-8970-A6D357B87DE4}" srcOrd="2" destOrd="0" presId="urn:microsoft.com/office/officeart/2005/8/layout/bList2"/>
    <dgm:cxn modelId="{4CEE3BBE-C295-4473-86C5-D1864983622D}" type="presParOf" srcId="{D7FA86F5-0583-4662-82D4-DEE677C58A88}" destId="{48A7842A-A6ED-4822-9046-334D29978C73}" srcOrd="3" destOrd="0" presId="urn:microsoft.com/office/officeart/2005/8/layout/bList2"/>
    <dgm:cxn modelId="{17608EFA-E938-4C8F-9FC2-32301F04F38A}" type="presParOf" srcId="{609DB2D0-60F9-47A8-8D62-B1CB3FFF0262}" destId="{768EC259-29CA-46E5-BFE4-F724BA709DAA}" srcOrd="3" destOrd="0" presId="urn:microsoft.com/office/officeart/2005/8/layout/bList2"/>
    <dgm:cxn modelId="{7DD5F108-3C8D-44B2-BB6D-024E4829CDDF}" type="presParOf" srcId="{609DB2D0-60F9-47A8-8D62-B1CB3FFF0262}" destId="{7C99CDDC-D3A3-4E76-9C7F-DB62E1A5BEA6}" srcOrd="4" destOrd="0" presId="urn:microsoft.com/office/officeart/2005/8/layout/bList2"/>
    <dgm:cxn modelId="{6C8DCD29-C0AF-4A00-882A-41D3547FD8AF}" type="presParOf" srcId="{7C99CDDC-D3A3-4E76-9C7F-DB62E1A5BEA6}" destId="{93891F28-CD5E-49D2-96AD-C1CA5B84C1FD}" srcOrd="0" destOrd="0" presId="urn:microsoft.com/office/officeart/2005/8/layout/bList2"/>
    <dgm:cxn modelId="{48B32030-AE09-4B29-A890-E3342C633B19}" type="presParOf" srcId="{7C99CDDC-D3A3-4E76-9C7F-DB62E1A5BEA6}" destId="{164DBCDD-F933-4891-B276-64B9ACF807C1}" srcOrd="1" destOrd="0" presId="urn:microsoft.com/office/officeart/2005/8/layout/bList2"/>
    <dgm:cxn modelId="{4F44D44D-602B-4998-B67B-D40B3E414871}" type="presParOf" srcId="{7C99CDDC-D3A3-4E76-9C7F-DB62E1A5BEA6}" destId="{6443AB61-D609-4F57-B30F-21F41AA0C94C}" srcOrd="2" destOrd="0" presId="urn:microsoft.com/office/officeart/2005/8/layout/bList2"/>
    <dgm:cxn modelId="{158B7220-D4FA-457B-94FE-9E053E43E4AB}" type="presParOf" srcId="{7C99CDDC-D3A3-4E76-9C7F-DB62E1A5BEA6}" destId="{49DCEA52-15D6-4E19-881F-05B888CD9B23}" srcOrd="3" destOrd="0" presId="urn:microsoft.com/office/officeart/2005/8/layout/bList2"/>
    <dgm:cxn modelId="{B344AEAD-0DAF-4789-BD39-D475AA0A016D}" type="presParOf" srcId="{609DB2D0-60F9-47A8-8D62-B1CB3FFF0262}" destId="{1862AAF4-D448-48FE-AB61-5A35365749B6}" srcOrd="5" destOrd="0" presId="urn:microsoft.com/office/officeart/2005/8/layout/bList2"/>
    <dgm:cxn modelId="{85C37E9D-6948-4F6E-960E-95999DAD317D}" type="presParOf" srcId="{609DB2D0-60F9-47A8-8D62-B1CB3FFF0262}" destId="{21FD58C4-E2C4-46B1-A8EB-E9FFCB2CE539}" srcOrd="6" destOrd="0" presId="urn:microsoft.com/office/officeart/2005/8/layout/bList2"/>
    <dgm:cxn modelId="{32CFC60D-3B92-4B2A-B308-1378B5138ED9}" type="presParOf" srcId="{21FD58C4-E2C4-46B1-A8EB-E9FFCB2CE539}" destId="{A4036C0F-123A-48A4-8B4A-9FB6BE2A4167}" srcOrd="0" destOrd="0" presId="urn:microsoft.com/office/officeart/2005/8/layout/bList2"/>
    <dgm:cxn modelId="{36C781AB-F3DC-4D7B-9EAD-695303759C56}" type="presParOf" srcId="{21FD58C4-E2C4-46B1-A8EB-E9FFCB2CE539}" destId="{97BBBBF4-6F22-4189-AA7E-581EDB9481BB}" srcOrd="1" destOrd="0" presId="urn:microsoft.com/office/officeart/2005/8/layout/bList2"/>
    <dgm:cxn modelId="{2EE8FB4E-F236-4524-811F-7E95C7FA6F06}" type="presParOf" srcId="{21FD58C4-E2C4-46B1-A8EB-E9FFCB2CE539}" destId="{5A43DB22-AE6C-4675-A48B-33B51D127392}" srcOrd="2" destOrd="0" presId="urn:microsoft.com/office/officeart/2005/8/layout/bList2"/>
    <dgm:cxn modelId="{774674E1-72D9-44CD-9397-1483EF17D35E}" type="presParOf" srcId="{21FD58C4-E2C4-46B1-A8EB-E9FFCB2CE539}" destId="{7E6DDFB9-75F5-4F1A-9248-A88085950EBF}"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6758D2-B057-4E85-9DD1-78AC2CF7C249}" type="doc">
      <dgm:prSet loTypeId="urn:microsoft.com/office/officeart/2018/5/layout/IconLeafLabelList" loCatId="icon" qsTypeId="urn:microsoft.com/office/officeart/2005/8/quickstyle/simple5" qsCatId="simple" csTypeId="urn:microsoft.com/office/officeart/2018/5/colors/Iconchunking_neutralicon_colorful1" csCatId="colorful" phldr="1"/>
      <dgm:spPr/>
      <dgm:t>
        <a:bodyPr/>
        <a:lstStyle/>
        <a:p>
          <a:endParaRPr lang="en-US"/>
        </a:p>
      </dgm:t>
    </dgm:pt>
    <dgm:pt modelId="{48010B43-7B86-4635-8559-16E11AD3B4F0}">
      <dgm:prSet/>
      <dgm:spPr/>
      <dgm:t>
        <a:bodyPr/>
        <a:lstStyle/>
        <a:p>
          <a:pPr>
            <a:lnSpc>
              <a:spcPct val="100000"/>
            </a:lnSpc>
            <a:defRPr cap="all"/>
          </a:pPr>
          <a:r>
            <a:rPr lang="es-MX" b="1" i="0" baseline="0" dirty="0"/>
            <a:t>Consistencia</a:t>
          </a:r>
          <a:endParaRPr lang="es-MX" b="0" i="0" baseline="0" dirty="0"/>
        </a:p>
        <a:p>
          <a:pPr>
            <a:lnSpc>
              <a:spcPct val="100000"/>
            </a:lnSpc>
            <a:defRPr cap="all"/>
          </a:pPr>
          <a:r>
            <a:rPr lang="es-MX" b="0" i="0" baseline="0" dirty="0"/>
            <a:t>que los elementos funcionen igual en toda la INTERFAZ</a:t>
          </a:r>
          <a:endParaRPr lang="en-US" dirty="0"/>
        </a:p>
      </dgm:t>
    </dgm:pt>
    <dgm:pt modelId="{9F51BE3C-5275-40F4-A02C-B5B00BF30D90}" type="parTrans" cxnId="{AB893DDB-1993-480B-A4AD-8154004E55B7}">
      <dgm:prSet/>
      <dgm:spPr/>
      <dgm:t>
        <a:bodyPr/>
        <a:lstStyle/>
        <a:p>
          <a:endParaRPr lang="en-US"/>
        </a:p>
      </dgm:t>
    </dgm:pt>
    <dgm:pt modelId="{75A757AA-8432-4CE3-8FE9-5F7C367C1E0C}" type="sibTrans" cxnId="{AB893DDB-1993-480B-A4AD-8154004E55B7}">
      <dgm:prSet/>
      <dgm:spPr/>
      <dgm:t>
        <a:bodyPr/>
        <a:lstStyle/>
        <a:p>
          <a:endParaRPr lang="en-US"/>
        </a:p>
      </dgm:t>
    </dgm:pt>
    <dgm:pt modelId="{AFEB9C10-655D-4A39-951B-47932BF82561}">
      <dgm:prSet/>
      <dgm:spPr/>
      <dgm:t>
        <a:bodyPr/>
        <a:lstStyle/>
        <a:p>
          <a:pPr>
            <a:lnSpc>
              <a:spcPct val="100000"/>
            </a:lnSpc>
            <a:defRPr cap="all"/>
          </a:pPr>
          <a:r>
            <a:rPr lang="es-MX" b="1" i="0" baseline="0" dirty="0"/>
            <a:t>Visibilidad</a:t>
          </a:r>
        </a:p>
        <a:p>
          <a:pPr>
            <a:lnSpc>
              <a:spcPct val="100000"/>
            </a:lnSpc>
            <a:defRPr cap="all"/>
          </a:pPr>
          <a:r>
            <a:rPr lang="es-MX" b="0" i="0" baseline="0" dirty="0"/>
            <a:t>mostrar siempre el estado del sistema</a:t>
          </a:r>
          <a:endParaRPr lang="en-US" dirty="0"/>
        </a:p>
      </dgm:t>
    </dgm:pt>
    <dgm:pt modelId="{91D8BA41-5E8A-40C4-A1FF-5E29E08C0240}" type="parTrans" cxnId="{E6C78454-99EA-419C-852F-872226A8D2F8}">
      <dgm:prSet/>
      <dgm:spPr/>
      <dgm:t>
        <a:bodyPr/>
        <a:lstStyle/>
        <a:p>
          <a:endParaRPr lang="en-US"/>
        </a:p>
      </dgm:t>
    </dgm:pt>
    <dgm:pt modelId="{79E8BC6B-C96A-4AED-B1A0-A02DB65D867E}" type="sibTrans" cxnId="{E6C78454-99EA-419C-852F-872226A8D2F8}">
      <dgm:prSet/>
      <dgm:spPr/>
      <dgm:t>
        <a:bodyPr/>
        <a:lstStyle/>
        <a:p>
          <a:endParaRPr lang="en-US"/>
        </a:p>
      </dgm:t>
    </dgm:pt>
    <dgm:pt modelId="{ABDC3E86-2F9F-4478-94CC-B7A6ED2350EE}">
      <dgm:prSet/>
      <dgm:spPr/>
      <dgm:t>
        <a:bodyPr/>
        <a:lstStyle/>
        <a:p>
          <a:pPr>
            <a:lnSpc>
              <a:spcPct val="100000"/>
            </a:lnSpc>
            <a:defRPr cap="all"/>
          </a:pPr>
          <a:r>
            <a:rPr lang="es-MX" b="1" i="0" baseline="0" dirty="0"/>
            <a:t>Retroalimentación</a:t>
          </a:r>
        </a:p>
        <a:p>
          <a:pPr>
            <a:lnSpc>
              <a:spcPct val="100000"/>
            </a:lnSpc>
            <a:defRPr cap="all"/>
          </a:pPr>
          <a:r>
            <a:rPr lang="es-MX" b="0" i="0" baseline="0" dirty="0"/>
            <a:t>dar respuesta visual o sonora a las acciones</a:t>
          </a:r>
          <a:endParaRPr lang="en-US" dirty="0"/>
        </a:p>
      </dgm:t>
    </dgm:pt>
    <dgm:pt modelId="{09BD4662-5A7F-4272-91F3-6396452B4B14}" type="parTrans" cxnId="{57C1D308-FA20-41A1-BB5F-04CC3198F95D}">
      <dgm:prSet/>
      <dgm:spPr/>
      <dgm:t>
        <a:bodyPr/>
        <a:lstStyle/>
        <a:p>
          <a:endParaRPr lang="en-US"/>
        </a:p>
      </dgm:t>
    </dgm:pt>
    <dgm:pt modelId="{9B16C7BB-9AC0-47FC-9E64-4AF32046E41B}" type="sibTrans" cxnId="{57C1D308-FA20-41A1-BB5F-04CC3198F95D}">
      <dgm:prSet/>
      <dgm:spPr/>
      <dgm:t>
        <a:bodyPr/>
        <a:lstStyle/>
        <a:p>
          <a:endParaRPr lang="en-US"/>
        </a:p>
      </dgm:t>
    </dgm:pt>
    <dgm:pt modelId="{F35FB85A-F86D-4157-A82B-10430A79E289}">
      <dgm:prSet/>
      <dgm:spPr/>
      <dgm:t>
        <a:bodyPr/>
        <a:lstStyle/>
        <a:p>
          <a:pPr>
            <a:lnSpc>
              <a:spcPct val="100000"/>
            </a:lnSpc>
            <a:defRPr cap="all"/>
          </a:pPr>
          <a:r>
            <a:rPr lang="es-MX" b="1" i="0" baseline="0" dirty="0"/>
            <a:t>Prevención de errores</a:t>
          </a:r>
        </a:p>
        <a:p>
          <a:pPr>
            <a:lnSpc>
              <a:spcPct val="100000"/>
            </a:lnSpc>
            <a:defRPr cap="all"/>
          </a:pPr>
          <a:r>
            <a:rPr lang="es-MX" b="0" i="0" baseline="0" dirty="0"/>
            <a:t> confirmar acciones peligrosas.</a:t>
          </a:r>
          <a:endParaRPr lang="en-US" dirty="0"/>
        </a:p>
      </dgm:t>
    </dgm:pt>
    <dgm:pt modelId="{7AB79060-BBCA-4AE7-A81C-F7F8CCDD86F8}" type="parTrans" cxnId="{73884F6E-013C-45FB-BD1B-9981E111690A}">
      <dgm:prSet/>
      <dgm:spPr/>
      <dgm:t>
        <a:bodyPr/>
        <a:lstStyle/>
        <a:p>
          <a:endParaRPr lang="en-US"/>
        </a:p>
      </dgm:t>
    </dgm:pt>
    <dgm:pt modelId="{D897B912-4478-481D-86DA-1724FC08012B}" type="sibTrans" cxnId="{73884F6E-013C-45FB-BD1B-9981E111690A}">
      <dgm:prSet/>
      <dgm:spPr/>
      <dgm:t>
        <a:bodyPr/>
        <a:lstStyle/>
        <a:p>
          <a:endParaRPr lang="en-US"/>
        </a:p>
      </dgm:t>
    </dgm:pt>
    <dgm:pt modelId="{AA66706A-AA93-4025-A67B-7B9DC980A5B1}">
      <dgm:prSet/>
      <dgm:spPr/>
      <dgm:t>
        <a:bodyPr/>
        <a:lstStyle/>
        <a:p>
          <a:pPr>
            <a:lnSpc>
              <a:spcPct val="100000"/>
            </a:lnSpc>
            <a:defRPr cap="all"/>
          </a:pPr>
          <a:r>
            <a:rPr lang="es-MX" b="1" i="0" baseline="0" dirty="0"/>
            <a:t>Simplicidad</a:t>
          </a:r>
          <a:r>
            <a:rPr lang="es-MX" b="0" i="0" baseline="0" dirty="0"/>
            <a:t> </a:t>
          </a:r>
        </a:p>
        <a:p>
          <a:pPr>
            <a:lnSpc>
              <a:spcPct val="100000"/>
            </a:lnSpc>
            <a:defRPr cap="all"/>
          </a:pPr>
          <a:r>
            <a:rPr lang="es-MX" b="0" i="0" baseline="0" dirty="0"/>
            <a:t>evitar la sobrecarga cognitiva.</a:t>
          </a:r>
          <a:endParaRPr lang="en-US" dirty="0"/>
        </a:p>
      </dgm:t>
    </dgm:pt>
    <dgm:pt modelId="{409E875B-4BD8-44CE-B5B8-93026BC8FF00}" type="parTrans" cxnId="{6E6BA43F-85E4-459A-9B35-04B16A191B26}">
      <dgm:prSet/>
      <dgm:spPr/>
      <dgm:t>
        <a:bodyPr/>
        <a:lstStyle/>
        <a:p>
          <a:endParaRPr lang="en-US"/>
        </a:p>
      </dgm:t>
    </dgm:pt>
    <dgm:pt modelId="{9D624A93-BB9B-4E52-B6B5-4769A817F820}" type="sibTrans" cxnId="{6E6BA43F-85E4-459A-9B35-04B16A191B26}">
      <dgm:prSet/>
      <dgm:spPr/>
      <dgm:t>
        <a:bodyPr/>
        <a:lstStyle/>
        <a:p>
          <a:endParaRPr lang="en-US"/>
        </a:p>
      </dgm:t>
    </dgm:pt>
    <dgm:pt modelId="{0DDA94CF-BDF7-4E58-BBF9-E712CC04C5C0}" type="pres">
      <dgm:prSet presAssocID="{F36758D2-B057-4E85-9DD1-78AC2CF7C249}" presName="root" presStyleCnt="0">
        <dgm:presLayoutVars>
          <dgm:dir/>
          <dgm:resizeHandles val="exact"/>
        </dgm:presLayoutVars>
      </dgm:prSet>
      <dgm:spPr/>
    </dgm:pt>
    <dgm:pt modelId="{C5C9B17F-A061-4961-813B-4AA361140BA8}" type="pres">
      <dgm:prSet presAssocID="{48010B43-7B86-4635-8559-16E11AD3B4F0}" presName="compNode" presStyleCnt="0"/>
      <dgm:spPr/>
    </dgm:pt>
    <dgm:pt modelId="{EF14692E-037F-4F8C-8151-C49C1E33EAE6}" type="pres">
      <dgm:prSet presAssocID="{48010B43-7B86-4635-8559-16E11AD3B4F0}" presName="iconBgRect" presStyleLbl="bgShp" presStyleIdx="0" presStyleCnt="5"/>
      <dgm:spPr>
        <a:prstGeom prst="round2DiagRect">
          <a:avLst>
            <a:gd name="adj1" fmla="val 29727"/>
            <a:gd name="adj2" fmla="val 0"/>
          </a:avLst>
        </a:prstGeom>
      </dgm:spPr>
    </dgm:pt>
    <dgm:pt modelId="{F2CA868A-FC85-43DD-A939-573C398F248B}" type="pres">
      <dgm:prSet presAssocID="{48010B43-7B86-4635-8559-16E11AD3B4F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rawing Compass"/>
        </a:ext>
      </dgm:extLst>
    </dgm:pt>
    <dgm:pt modelId="{0880E62A-E146-4A20-BE48-40A3A2D85FD4}" type="pres">
      <dgm:prSet presAssocID="{48010B43-7B86-4635-8559-16E11AD3B4F0}" presName="spaceRect" presStyleCnt="0"/>
      <dgm:spPr/>
    </dgm:pt>
    <dgm:pt modelId="{EC11BC85-8A56-4082-86F9-FBB9CF96B036}" type="pres">
      <dgm:prSet presAssocID="{48010B43-7B86-4635-8559-16E11AD3B4F0}" presName="textRect" presStyleLbl="revTx" presStyleIdx="0" presStyleCnt="5">
        <dgm:presLayoutVars>
          <dgm:chMax val="1"/>
          <dgm:chPref val="1"/>
        </dgm:presLayoutVars>
      </dgm:prSet>
      <dgm:spPr/>
    </dgm:pt>
    <dgm:pt modelId="{AF715778-C35E-4D43-8726-A0CF9130FA3B}" type="pres">
      <dgm:prSet presAssocID="{75A757AA-8432-4CE3-8FE9-5F7C367C1E0C}" presName="sibTrans" presStyleCnt="0"/>
      <dgm:spPr/>
    </dgm:pt>
    <dgm:pt modelId="{E88E72B2-B3E9-4B5F-AEFB-7444CCE007E4}" type="pres">
      <dgm:prSet presAssocID="{AFEB9C10-655D-4A39-951B-47932BF82561}" presName="compNode" presStyleCnt="0"/>
      <dgm:spPr/>
    </dgm:pt>
    <dgm:pt modelId="{8EB3EAED-BEB8-434D-82C8-0F49A5011227}" type="pres">
      <dgm:prSet presAssocID="{AFEB9C10-655D-4A39-951B-47932BF82561}" presName="iconBgRect" presStyleLbl="bgShp" presStyleIdx="1" presStyleCnt="5"/>
      <dgm:spPr>
        <a:prstGeom prst="round2DiagRect">
          <a:avLst>
            <a:gd name="adj1" fmla="val 29727"/>
            <a:gd name="adj2" fmla="val 0"/>
          </a:avLst>
        </a:prstGeom>
      </dgm:spPr>
    </dgm:pt>
    <dgm:pt modelId="{350DEB44-0F5D-4503-9DC6-C3752063D1DA}" type="pres">
      <dgm:prSet presAssocID="{AFEB9C10-655D-4A39-951B-47932BF8256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levisión"/>
        </a:ext>
      </dgm:extLst>
    </dgm:pt>
    <dgm:pt modelId="{63CBC249-CE51-4BC7-91F2-A8964769B41A}" type="pres">
      <dgm:prSet presAssocID="{AFEB9C10-655D-4A39-951B-47932BF82561}" presName="spaceRect" presStyleCnt="0"/>
      <dgm:spPr/>
    </dgm:pt>
    <dgm:pt modelId="{1A23218E-FE16-4629-950F-7A58E9EE090B}" type="pres">
      <dgm:prSet presAssocID="{AFEB9C10-655D-4A39-951B-47932BF82561}" presName="textRect" presStyleLbl="revTx" presStyleIdx="1" presStyleCnt="5">
        <dgm:presLayoutVars>
          <dgm:chMax val="1"/>
          <dgm:chPref val="1"/>
        </dgm:presLayoutVars>
      </dgm:prSet>
      <dgm:spPr/>
    </dgm:pt>
    <dgm:pt modelId="{68E0116D-BBB2-4F58-BB5A-1CBF39E49FC7}" type="pres">
      <dgm:prSet presAssocID="{79E8BC6B-C96A-4AED-B1A0-A02DB65D867E}" presName="sibTrans" presStyleCnt="0"/>
      <dgm:spPr/>
    </dgm:pt>
    <dgm:pt modelId="{4843A21D-C037-4E9E-A38D-A4BF74120C85}" type="pres">
      <dgm:prSet presAssocID="{ABDC3E86-2F9F-4478-94CC-B7A6ED2350EE}" presName="compNode" presStyleCnt="0"/>
      <dgm:spPr/>
    </dgm:pt>
    <dgm:pt modelId="{280C0793-2C9B-4006-A68B-7B0A15695CC2}" type="pres">
      <dgm:prSet presAssocID="{ABDC3E86-2F9F-4478-94CC-B7A6ED2350EE}" presName="iconBgRect" presStyleLbl="bgShp" presStyleIdx="2" presStyleCnt="5"/>
      <dgm:spPr>
        <a:prstGeom prst="round2DiagRect">
          <a:avLst>
            <a:gd name="adj1" fmla="val 29727"/>
            <a:gd name="adj2" fmla="val 0"/>
          </a:avLst>
        </a:prstGeom>
      </dgm:spPr>
    </dgm:pt>
    <dgm:pt modelId="{2D14EC61-A396-454F-AC93-A06463DDE968}" type="pres">
      <dgm:prSet presAssocID="{ABDC3E86-2F9F-4478-94CC-B7A6ED2350E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oz"/>
        </a:ext>
      </dgm:extLst>
    </dgm:pt>
    <dgm:pt modelId="{F0ADB4EC-0084-4008-9309-A8F3A4B76808}" type="pres">
      <dgm:prSet presAssocID="{ABDC3E86-2F9F-4478-94CC-B7A6ED2350EE}" presName="spaceRect" presStyleCnt="0"/>
      <dgm:spPr/>
    </dgm:pt>
    <dgm:pt modelId="{68B5CD3E-E69F-4750-B208-1B4378B7A072}" type="pres">
      <dgm:prSet presAssocID="{ABDC3E86-2F9F-4478-94CC-B7A6ED2350EE}" presName="textRect" presStyleLbl="revTx" presStyleIdx="2" presStyleCnt="5">
        <dgm:presLayoutVars>
          <dgm:chMax val="1"/>
          <dgm:chPref val="1"/>
        </dgm:presLayoutVars>
      </dgm:prSet>
      <dgm:spPr/>
    </dgm:pt>
    <dgm:pt modelId="{4E986A79-9152-47F2-8C2F-510BE9E5D44F}" type="pres">
      <dgm:prSet presAssocID="{9B16C7BB-9AC0-47FC-9E64-4AF32046E41B}" presName="sibTrans" presStyleCnt="0"/>
      <dgm:spPr/>
    </dgm:pt>
    <dgm:pt modelId="{35022850-BF2E-447E-9E49-FC8F82F3C9A3}" type="pres">
      <dgm:prSet presAssocID="{F35FB85A-F86D-4157-A82B-10430A79E289}" presName="compNode" presStyleCnt="0"/>
      <dgm:spPr/>
    </dgm:pt>
    <dgm:pt modelId="{4599963C-C7E2-40B3-AEC5-5B81764B6CCE}" type="pres">
      <dgm:prSet presAssocID="{F35FB85A-F86D-4157-A82B-10430A79E289}" presName="iconBgRect" presStyleLbl="bgShp" presStyleIdx="3" presStyleCnt="5"/>
      <dgm:spPr>
        <a:prstGeom prst="round2DiagRect">
          <a:avLst>
            <a:gd name="adj1" fmla="val 29727"/>
            <a:gd name="adj2" fmla="val 0"/>
          </a:avLst>
        </a:prstGeom>
      </dgm:spPr>
    </dgm:pt>
    <dgm:pt modelId="{4A896B41-38C6-41DC-842E-2A91BEA85EC2}" type="pres">
      <dgm:prSet presAssocID="{F35FB85A-F86D-4157-A82B-10430A79E28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Advertencia"/>
        </a:ext>
      </dgm:extLst>
    </dgm:pt>
    <dgm:pt modelId="{8D1829A3-BD2D-4A19-89C0-C2EFBF349F18}" type="pres">
      <dgm:prSet presAssocID="{F35FB85A-F86D-4157-A82B-10430A79E289}" presName="spaceRect" presStyleCnt="0"/>
      <dgm:spPr/>
    </dgm:pt>
    <dgm:pt modelId="{4A08C41C-6A0B-457E-8FF7-A936B0940CF4}" type="pres">
      <dgm:prSet presAssocID="{F35FB85A-F86D-4157-A82B-10430A79E289}" presName="textRect" presStyleLbl="revTx" presStyleIdx="3" presStyleCnt="5">
        <dgm:presLayoutVars>
          <dgm:chMax val="1"/>
          <dgm:chPref val="1"/>
        </dgm:presLayoutVars>
      </dgm:prSet>
      <dgm:spPr/>
    </dgm:pt>
    <dgm:pt modelId="{EB99965E-3C9C-479D-A6A5-0A30AA6E3334}" type="pres">
      <dgm:prSet presAssocID="{D897B912-4478-481D-86DA-1724FC08012B}" presName="sibTrans" presStyleCnt="0"/>
      <dgm:spPr/>
    </dgm:pt>
    <dgm:pt modelId="{CFF9D2E2-1754-4CAB-8D8C-101D214411A4}" type="pres">
      <dgm:prSet presAssocID="{AA66706A-AA93-4025-A67B-7B9DC980A5B1}" presName="compNode" presStyleCnt="0"/>
      <dgm:spPr/>
    </dgm:pt>
    <dgm:pt modelId="{CC4E92ED-FED8-4BF2-9933-7CDBE93EE8BA}" type="pres">
      <dgm:prSet presAssocID="{AA66706A-AA93-4025-A67B-7B9DC980A5B1}" presName="iconBgRect" presStyleLbl="bgShp" presStyleIdx="4" presStyleCnt="5"/>
      <dgm:spPr>
        <a:prstGeom prst="round2DiagRect">
          <a:avLst>
            <a:gd name="adj1" fmla="val 29727"/>
            <a:gd name="adj2" fmla="val 0"/>
          </a:avLst>
        </a:prstGeom>
      </dgm:spPr>
    </dgm:pt>
    <dgm:pt modelId="{1F19BD34-2024-42B5-B721-829C60FB2C46}" type="pres">
      <dgm:prSet presAssocID="{AA66706A-AA93-4025-A67B-7B9DC980A5B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ecision chart"/>
        </a:ext>
      </dgm:extLst>
    </dgm:pt>
    <dgm:pt modelId="{1A0BCF7A-690B-43C0-8717-FA44DF24B850}" type="pres">
      <dgm:prSet presAssocID="{AA66706A-AA93-4025-A67B-7B9DC980A5B1}" presName="spaceRect" presStyleCnt="0"/>
      <dgm:spPr/>
    </dgm:pt>
    <dgm:pt modelId="{CFBCC472-7D26-4716-81EC-E7C4C791EC4B}" type="pres">
      <dgm:prSet presAssocID="{AA66706A-AA93-4025-A67B-7B9DC980A5B1}" presName="textRect" presStyleLbl="revTx" presStyleIdx="4" presStyleCnt="5">
        <dgm:presLayoutVars>
          <dgm:chMax val="1"/>
          <dgm:chPref val="1"/>
        </dgm:presLayoutVars>
      </dgm:prSet>
      <dgm:spPr/>
    </dgm:pt>
  </dgm:ptLst>
  <dgm:cxnLst>
    <dgm:cxn modelId="{57C1D308-FA20-41A1-BB5F-04CC3198F95D}" srcId="{F36758D2-B057-4E85-9DD1-78AC2CF7C249}" destId="{ABDC3E86-2F9F-4478-94CC-B7A6ED2350EE}" srcOrd="2" destOrd="0" parTransId="{09BD4662-5A7F-4272-91F3-6396452B4B14}" sibTransId="{9B16C7BB-9AC0-47FC-9E64-4AF32046E41B}"/>
    <dgm:cxn modelId="{7AADD82B-D62D-4594-8E1E-04FBE81C4C68}" type="presOf" srcId="{48010B43-7B86-4635-8559-16E11AD3B4F0}" destId="{EC11BC85-8A56-4082-86F9-FBB9CF96B036}" srcOrd="0" destOrd="0" presId="urn:microsoft.com/office/officeart/2018/5/layout/IconLeafLabelList"/>
    <dgm:cxn modelId="{48121438-852B-4D5D-8C89-0AAB47EF91C9}" type="presOf" srcId="{F36758D2-B057-4E85-9DD1-78AC2CF7C249}" destId="{0DDA94CF-BDF7-4E58-BBF9-E712CC04C5C0}" srcOrd="0" destOrd="0" presId="urn:microsoft.com/office/officeart/2018/5/layout/IconLeafLabelList"/>
    <dgm:cxn modelId="{6E6BA43F-85E4-459A-9B35-04B16A191B26}" srcId="{F36758D2-B057-4E85-9DD1-78AC2CF7C249}" destId="{AA66706A-AA93-4025-A67B-7B9DC980A5B1}" srcOrd="4" destOrd="0" parTransId="{409E875B-4BD8-44CE-B5B8-93026BC8FF00}" sibTransId="{9D624A93-BB9B-4E52-B6B5-4769A817F820}"/>
    <dgm:cxn modelId="{38DD036C-2C7E-4E76-A7EA-7368DC6AE536}" type="presOf" srcId="{AFEB9C10-655D-4A39-951B-47932BF82561}" destId="{1A23218E-FE16-4629-950F-7A58E9EE090B}" srcOrd="0" destOrd="0" presId="urn:microsoft.com/office/officeart/2018/5/layout/IconLeafLabelList"/>
    <dgm:cxn modelId="{73884F6E-013C-45FB-BD1B-9981E111690A}" srcId="{F36758D2-B057-4E85-9DD1-78AC2CF7C249}" destId="{F35FB85A-F86D-4157-A82B-10430A79E289}" srcOrd="3" destOrd="0" parTransId="{7AB79060-BBCA-4AE7-A81C-F7F8CCDD86F8}" sibTransId="{D897B912-4478-481D-86DA-1724FC08012B}"/>
    <dgm:cxn modelId="{E6C78454-99EA-419C-852F-872226A8D2F8}" srcId="{F36758D2-B057-4E85-9DD1-78AC2CF7C249}" destId="{AFEB9C10-655D-4A39-951B-47932BF82561}" srcOrd="1" destOrd="0" parTransId="{91D8BA41-5E8A-40C4-A1FF-5E29E08C0240}" sibTransId="{79E8BC6B-C96A-4AED-B1A0-A02DB65D867E}"/>
    <dgm:cxn modelId="{ED676C81-36BB-499A-B4CA-37BB87AA735D}" type="presOf" srcId="{F35FB85A-F86D-4157-A82B-10430A79E289}" destId="{4A08C41C-6A0B-457E-8FF7-A936B0940CF4}" srcOrd="0" destOrd="0" presId="urn:microsoft.com/office/officeart/2018/5/layout/IconLeafLabelList"/>
    <dgm:cxn modelId="{BB85E18E-A962-458C-B661-9516B1EAD5D8}" type="presOf" srcId="{AA66706A-AA93-4025-A67B-7B9DC980A5B1}" destId="{CFBCC472-7D26-4716-81EC-E7C4C791EC4B}" srcOrd="0" destOrd="0" presId="urn:microsoft.com/office/officeart/2018/5/layout/IconLeafLabelList"/>
    <dgm:cxn modelId="{8415D9C4-C71E-4BAB-8614-2A3EE91F9BA0}" type="presOf" srcId="{ABDC3E86-2F9F-4478-94CC-B7A6ED2350EE}" destId="{68B5CD3E-E69F-4750-B208-1B4378B7A072}" srcOrd="0" destOrd="0" presId="urn:microsoft.com/office/officeart/2018/5/layout/IconLeafLabelList"/>
    <dgm:cxn modelId="{AB893DDB-1993-480B-A4AD-8154004E55B7}" srcId="{F36758D2-B057-4E85-9DD1-78AC2CF7C249}" destId="{48010B43-7B86-4635-8559-16E11AD3B4F0}" srcOrd="0" destOrd="0" parTransId="{9F51BE3C-5275-40F4-A02C-B5B00BF30D90}" sibTransId="{75A757AA-8432-4CE3-8FE9-5F7C367C1E0C}"/>
    <dgm:cxn modelId="{6B9B63E6-4ED7-43CF-B836-DC20A4E2D1A0}" type="presParOf" srcId="{0DDA94CF-BDF7-4E58-BBF9-E712CC04C5C0}" destId="{C5C9B17F-A061-4961-813B-4AA361140BA8}" srcOrd="0" destOrd="0" presId="urn:microsoft.com/office/officeart/2018/5/layout/IconLeafLabelList"/>
    <dgm:cxn modelId="{157AF5B6-F980-43E6-A9BB-A397B310A37F}" type="presParOf" srcId="{C5C9B17F-A061-4961-813B-4AA361140BA8}" destId="{EF14692E-037F-4F8C-8151-C49C1E33EAE6}" srcOrd="0" destOrd="0" presId="urn:microsoft.com/office/officeart/2018/5/layout/IconLeafLabelList"/>
    <dgm:cxn modelId="{2663735C-DA54-4B4D-A406-40E8286E100F}" type="presParOf" srcId="{C5C9B17F-A061-4961-813B-4AA361140BA8}" destId="{F2CA868A-FC85-43DD-A939-573C398F248B}" srcOrd="1" destOrd="0" presId="urn:microsoft.com/office/officeart/2018/5/layout/IconLeafLabelList"/>
    <dgm:cxn modelId="{07CC14A2-6EA8-4941-9CF3-07731499EE80}" type="presParOf" srcId="{C5C9B17F-A061-4961-813B-4AA361140BA8}" destId="{0880E62A-E146-4A20-BE48-40A3A2D85FD4}" srcOrd="2" destOrd="0" presId="urn:microsoft.com/office/officeart/2018/5/layout/IconLeafLabelList"/>
    <dgm:cxn modelId="{D758C231-5BAC-42F1-98EF-0D9DD757BF9E}" type="presParOf" srcId="{C5C9B17F-A061-4961-813B-4AA361140BA8}" destId="{EC11BC85-8A56-4082-86F9-FBB9CF96B036}" srcOrd="3" destOrd="0" presId="urn:microsoft.com/office/officeart/2018/5/layout/IconLeafLabelList"/>
    <dgm:cxn modelId="{CA486F65-42E6-4AFE-BBFE-BC89DB0D6239}" type="presParOf" srcId="{0DDA94CF-BDF7-4E58-BBF9-E712CC04C5C0}" destId="{AF715778-C35E-4D43-8726-A0CF9130FA3B}" srcOrd="1" destOrd="0" presId="urn:microsoft.com/office/officeart/2018/5/layout/IconLeafLabelList"/>
    <dgm:cxn modelId="{DF30DD9C-5803-4C7A-AAF5-469648A26F96}" type="presParOf" srcId="{0DDA94CF-BDF7-4E58-BBF9-E712CC04C5C0}" destId="{E88E72B2-B3E9-4B5F-AEFB-7444CCE007E4}" srcOrd="2" destOrd="0" presId="urn:microsoft.com/office/officeart/2018/5/layout/IconLeafLabelList"/>
    <dgm:cxn modelId="{467B8385-27FC-41F9-AFD7-6BEB61C828B9}" type="presParOf" srcId="{E88E72B2-B3E9-4B5F-AEFB-7444CCE007E4}" destId="{8EB3EAED-BEB8-434D-82C8-0F49A5011227}" srcOrd="0" destOrd="0" presId="urn:microsoft.com/office/officeart/2018/5/layout/IconLeafLabelList"/>
    <dgm:cxn modelId="{9ED669A3-4C7F-45AE-AE03-6679FA710D4B}" type="presParOf" srcId="{E88E72B2-B3E9-4B5F-AEFB-7444CCE007E4}" destId="{350DEB44-0F5D-4503-9DC6-C3752063D1DA}" srcOrd="1" destOrd="0" presId="urn:microsoft.com/office/officeart/2018/5/layout/IconLeafLabelList"/>
    <dgm:cxn modelId="{5EEF8956-FA1B-41ED-88F3-4F03DAC5FE6C}" type="presParOf" srcId="{E88E72B2-B3E9-4B5F-AEFB-7444CCE007E4}" destId="{63CBC249-CE51-4BC7-91F2-A8964769B41A}" srcOrd="2" destOrd="0" presId="urn:microsoft.com/office/officeart/2018/5/layout/IconLeafLabelList"/>
    <dgm:cxn modelId="{D05513B2-6229-4502-8A5F-882B482D5C03}" type="presParOf" srcId="{E88E72B2-B3E9-4B5F-AEFB-7444CCE007E4}" destId="{1A23218E-FE16-4629-950F-7A58E9EE090B}" srcOrd="3" destOrd="0" presId="urn:microsoft.com/office/officeart/2018/5/layout/IconLeafLabelList"/>
    <dgm:cxn modelId="{FAFB1F55-83C9-4D8C-8F7D-8F16B616E705}" type="presParOf" srcId="{0DDA94CF-BDF7-4E58-BBF9-E712CC04C5C0}" destId="{68E0116D-BBB2-4F58-BB5A-1CBF39E49FC7}" srcOrd="3" destOrd="0" presId="urn:microsoft.com/office/officeart/2018/5/layout/IconLeafLabelList"/>
    <dgm:cxn modelId="{A97C3979-EFCF-4C75-994D-433BE801F27C}" type="presParOf" srcId="{0DDA94CF-BDF7-4E58-BBF9-E712CC04C5C0}" destId="{4843A21D-C037-4E9E-A38D-A4BF74120C85}" srcOrd="4" destOrd="0" presId="urn:microsoft.com/office/officeart/2018/5/layout/IconLeafLabelList"/>
    <dgm:cxn modelId="{2C0CC2D7-606B-4E4E-A247-D31FF8F6CB7B}" type="presParOf" srcId="{4843A21D-C037-4E9E-A38D-A4BF74120C85}" destId="{280C0793-2C9B-4006-A68B-7B0A15695CC2}" srcOrd="0" destOrd="0" presId="urn:microsoft.com/office/officeart/2018/5/layout/IconLeafLabelList"/>
    <dgm:cxn modelId="{442FD2B5-0AA1-4D07-A93D-A637C1118D26}" type="presParOf" srcId="{4843A21D-C037-4E9E-A38D-A4BF74120C85}" destId="{2D14EC61-A396-454F-AC93-A06463DDE968}" srcOrd="1" destOrd="0" presId="urn:microsoft.com/office/officeart/2018/5/layout/IconLeafLabelList"/>
    <dgm:cxn modelId="{079F19FC-7D38-47EC-BD45-6F9657C44340}" type="presParOf" srcId="{4843A21D-C037-4E9E-A38D-A4BF74120C85}" destId="{F0ADB4EC-0084-4008-9309-A8F3A4B76808}" srcOrd="2" destOrd="0" presId="urn:microsoft.com/office/officeart/2018/5/layout/IconLeafLabelList"/>
    <dgm:cxn modelId="{3D63A7D9-1558-415D-BB0B-E16788443EEC}" type="presParOf" srcId="{4843A21D-C037-4E9E-A38D-A4BF74120C85}" destId="{68B5CD3E-E69F-4750-B208-1B4378B7A072}" srcOrd="3" destOrd="0" presId="urn:microsoft.com/office/officeart/2018/5/layout/IconLeafLabelList"/>
    <dgm:cxn modelId="{9B751006-4A82-40C4-8C5D-CDFB310905C9}" type="presParOf" srcId="{0DDA94CF-BDF7-4E58-BBF9-E712CC04C5C0}" destId="{4E986A79-9152-47F2-8C2F-510BE9E5D44F}" srcOrd="5" destOrd="0" presId="urn:microsoft.com/office/officeart/2018/5/layout/IconLeafLabelList"/>
    <dgm:cxn modelId="{3930E5E5-946D-41A1-8A1A-E1EF11D91836}" type="presParOf" srcId="{0DDA94CF-BDF7-4E58-BBF9-E712CC04C5C0}" destId="{35022850-BF2E-447E-9E49-FC8F82F3C9A3}" srcOrd="6" destOrd="0" presId="urn:microsoft.com/office/officeart/2018/5/layout/IconLeafLabelList"/>
    <dgm:cxn modelId="{8D8D0668-03BA-4045-A6FF-F2652E594521}" type="presParOf" srcId="{35022850-BF2E-447E-9E49-FC8F82F3C9A3}" destId="{4599963C-C7E2-40B3-AEC5-5B81764B6CCE}" srcOrd="0" destOrd="0" presId="urn:microsoft.com/office/officeart/2018/5/layout/IconLeafLabelList"/>
    <dgm:cxn modelId="{001FBF52-EE11-4201-935D-D389FEFE5D7C}" type="presParOf" srcId="{35022850-BF2E-447E-9E49-FC8F82F3C9A3}" destId="{4A896B41-38C6-41DC-842E-2A91BEA85EC2}" srcOrd="1" destOrd="0" presId="urn:microsoft.com/office/officeart/2018/5/layout/IconLeafLabelList"/>
    <dgm:cxn modelId="{98F36D67-0AE6-4AC2-A061-B7A561FCFED6}" type="presParOf" srcId="{35022850-BF2E-447E-9E49-FC8F82F3C9A3}" destId="{8D1829A3-BD2D-4A19-89C0-C2EFBF349F18}" srcOrd="2" destOrd="0" presId="urn:microsoft.com/office/officeart/2018/5/layout/IconLeafLabelList"/>
    <dgm:cxn modelId="{A40ADCB1-C5A1-44E8-9073-F76985E65722}" type="presParOf" srcId="{35022850-BF2E-447E-9E49-FC8F82F3C9A3}" destId="{4A08C41C-6A0B-457E-8FF7-A936B0940CF4}" srcOrd="3" destOrd="0" presId="urn:microsoft.com/office/officeart/2018/5/layout/IconLeafLabelList"/>
    <dgm:cxn modelId="{96C3F7A4-3DA3-44CC-81F5-056ED526ED60}" type="presParOf" srcId="{0DDA94CF-BDF7-4E58-BBF9-E712CC04C5C0}" destId="{EB99965E-3C9C-479D-A6A5-0A30AA6E3334}" srcOrd="7" destOrd="0" presId="urn:microsoft.com/office/officeart/2018/5/layout/IconLeafLabelList"/>
    <dgm:cxn modelId="{8282C589-3407-41EE-86B3-9F828CAF05AF}" type="presParOf" srcId="{0DDA94CF-BDF7-4E58-BBF9-E712CC04C5C0}" destId="{CFF9D2E2-1754-4CAB-8D8C-101D214411A4}" srcOrd="8" destOrd="0" presId="urn:microsoft.com/office/officeart/2018/5/layout/IconLeafLabelList"/>
    <dgm:cxn modelId="{F9C1A852-9F5C-4A78-A52A-CE96F996FBC2}" type="presParOf" srcId="{CFF9D2E2-1754-4CAB-8D8C-101D214411A4}" destId="{CC4E92ED-FED8-4BF2-9933-7CDBE93EE8BA}" srcOrd="0" destOrd="0" presId="urn:microsoft.com/office/officeart/2018/5/layout/IconLeafLabelList"/>
    <dgm:cxn modelId="{36AAC0DF-7A35-4A43-A195-1BB30E44C5A5}" type="presParOf" srcId="{CFF9D2E2-1754-4CAB-8D8C-101D214411A4}" destId="{1F19BD34-2024-42B5-B721-829C60FB2C46}" srcOrd="1" destOrd="0" presId="urn:microsoft.com/office/officeart/2018/5/layout/IconLeafLabelList"/>
    <dgm:cxn modelId="{2EC0AAC1-EAA3-42FA-93B4-88CC27123127}" type="presParOf" srcId="{CFF9D2E2-1754-4CAB-8D8C-101D214411A4}" destId="{1A0BCF7A-690B-43C0-8717-FA44DF24B850}" srcOrd="2" destOrd="0" presId="urn:microsoft.com/office/officeart/2018/5/layout/IconLeafLabelList"/>
    <dgm:cxn modelId="{AF5E7225-CFA4-45AF-B8A9-BBE42B005F24}" type="presParOf" srcId="{CFF9D2E2-1754-4CAB-8D8C-101D214411A4}" destId="{CFBCC472-7D26-4716-81EC-E7C4C791EC4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E7D8083-3156-42BF-964C-E1B7752C9B7B}" type="doc">
      <dgm:prSet loTypeId="urn:microsoft.com/office/officeart/2005/8/layout/hProcess4" loCatId="process" qsTypeId="urn:microsoft.com/office/officeart/2005/8/quickstyle/simple1" qsCatId="simple" csTypeId="urn:microsoft.com/office/officeart/2005/8/colors/colorful4" csCatId="colorful" phldr="1"/>
      <dgm:spPr/>
      <dgm:t>
        <a:bodyPr/>
        <a:lstStyle/>
        <a:p>
          <a:endParaRPr lang="es-MX"/>
        </a:p>
      </dgm:t>
    </dgm:pt>
    <dgm:pt modelId="{BC1575D5-4C6A-4910-BFDA-800CC092C452}">
      <dgm:prSet phldrT="[Texto]" phldr="0"/>
      <dgm:spPr/>
      <dgm:t>
        <a:bodyPr/>
        <a:lstStyle/>
        <a:p>
          <a:r>
            <a:rPr lang="es-MX" dirty="0"/>
            <a:t>Capa de Presentación (Vista)</a:t>
          </a:r>
        </a:p>
      </dgm:t>
    </dgm:pt>
    <dgm:pt modelId="{ACA6AA70-5FC6-426D-A23C-8BEECD91A99D}" type="parTrans" cxnId="{F3FD4A73-40E1-471B-B01A-8E8339412831}">
      <dgm:prSet/>
      <dgm:spPr/>
      <dgm:t>
        <a:bodyPr/>
        <a:lstStyle/>
        <a:p>
          <a:endParaRPr lang="es-MX"/>
        </a:p>
      </dgm:t>
    </dgm:pt>
    <dgm:pt modelId="{F1733E1C-2C86-4BF3-A8E4-7DEB39DE1FFE}" type="sibTrans" cxnId="{F3FD4A73-40E1-471B-B01A-8E8339412831}">
      <dgm:prSet/>
      <dgm:spPr/>
      <dgm:t>
        <a:bodyPr/>
        <a:lstStyle/>
        <a:p>
          <a:endParaRPr lang="es-MX"/>
        </a:p>
      </dgm:t>
    </dgm:pt>
    <dgm:pt modelId="{6F351BB4-9ED0-40FA-A0CC-77B275CDDB79}">
      <dgm:prSet phldrT="[Texto]"/>
      <dgm:spPr/>
      <dgm:t>
        <a:bodyPr/>
        <a:lstStyle/>
        <a:p>
          <a:r>
            <a:rPr lang="es-MX" dirty="0"/>
            <a:t>Capa de Interacción</a:t>
          </a:r>
        </a:p>
      </dgm:t>
    </dgm:pt>
    <dgm:pt modelId="{AB3CB931-BFB4-46BF-B13C-B28463376838}" type="parTrans" cxnId="{3B9ADFEF-1560-49AD-8E2E-020F2A621592}">
      <dgm:prSet/>
      <dgm:spPr/>
      <dgm:t>
        <a:bodyPr/>
        <a:lstStyle/>
        <a:p>
          <a:endParaRPr lang="es-MX"/>
        </a:p>
      </dgm:t>
    </dgm:pt>
    <dgm:pt modelId="{1FB04809-420A-44ED-BBCA-58FD8884AB5D}" type="sibTrans" cxnId="{3B9ADFEF-1560-49AD-8E2E-020F2A621592}">
      <dgm:prSet/>
      <dgm:spPr/>
      <dgm:t>
        <a:bodyPr/>
        <a:lstStyle/>
        <a:p>
          <a:endParaRPr lang="es-MX"/>
        </a:p>
      </dgm:t>
    </dgm:pt>
    <dgm:pt modelId="{3F5E31C1-8B25-4787-A17B-3690722DE4B9}">
      <dgm:prSet phldrT="[Texto]"/>
      <dgm:spPr/>
      <dgm:t>
        <a:bodyPr/>
        <a:lstStyle/>
        <a:p>
          <a:r>
            <a:rPr lang="es-MX" dirty="0"/>
            <a:t>Capa de Contenido</a:t>
          </a:r>
        </a:p>
      </dgm:t>
    </dgm:pt>
    <dgm:pt modelId="{DECBC491-6C6B-4489-B60F-E4BE359243B8}" type="parTrans" cxnId="{720255F5-3C5F-40BD-8780-1D892D527599}">
      <dgm:prSet/>
      <dgm:spPr/>
      <dgm:t>
        <a:bodyPr/>
        <a:lstStyle/>
        <a:p>
          <a:endParaRPr lang="es-MX"/>
        </a:p>
      </dgm:t>
    </dgm:pt>
    <dgm:pt modelId="{0D457CC8-F320-4D22-9CB0-28911F7BBBAC}" type="sibTrans" cxnId="{720255F5-3C5F-40BD-8780-1D892D527599}">
      <dgm:prSet/>
      <dgm:spPr/>
      <dgm:t>
        <a:bodyPr/>
        <a:lstStyle/>
        <a:p>
          <a:endParaRPr lang="es-MX"/>
        </a:p>
      </dgm:t>
    </dgm:pt>
    <dgm:pt modelId="{4FF9997F-049D-4438-B156-ABCBE25BD4C7}">
      <dgm:prSet phldrT="[Texto]"/>
      <dgm:spPr/>
      <dgm:t>
        <a:bodyPr/>
        <a:lstStyle/>
        <a:p>
          <a:r>
            <a:rPr lang="es-MX" dirty="0"/>
            <a:t>Capa de Estilo</a:t>
          </a:r>
        </a:p>
      </dgm:t>
    </dgm:pt>
    <dgm:pt modelId="{0F000D47-119A-4B9F-87CD-FA9CA9D3264C}" type="parTrans" cxnId="{64D748D1-43CF-4282-A645-B4AA4C2A816A}">
      <dgm:prSet/>
      <dgm:spPr/>
      <dgm:t>
        <a:bodyPr/>
        <a:lstStyle/>
        <a:p>
          <a:endParaRPr lang="es-MX"/>
        </a:p>
      </dgm:t>
    </dgm:pt>
    <dgm:pt modelId="{FC2450DD-C464-48E5-B197-93DD312D6A00}" type="sibTrans" cxnId="{64D748D1-43CF-4282-A645-B4AA4C2A816A}">
      <dgm:prSet/>
      <dgm:spPr/>
      <dgm:t>
        <a:bodyPr/>
        <a:lstStyle/>
        <a:p>
          <a:endParaRPr lang="es-MX"/>
        </a:p>
      </dgm:t>
    </dgm:pt>
    <dgm:pt modelId="{B9BC37B2-9546-43AC-BFB3-93345E942B8C}">
      <dgm:prSet phldrT="[Texto]" phldr="0"/>
      <dgm:spPr/>
      <dgm:t>
        <a:bodyPr/>
        <a:lstStyle/>
        <a:p>
          <a:r>
            <a:rPr lang="es-MX" dirty="0"/>
            <a:t>Parte Visible de la interfaz.</a:t>
          </a:r>
        </a:p>
      </dgm:t>
    </dgm:pt>
    <dgm:pt modelId="{9D9ED0EA-9E41-4019-9D6F-BD0BF5D64789}" type="parTrans" cxnId="{C1AA4DD7-A98C-4629-9A7C-0C13FD65F67B}">
      <dgm:prSet/>
      <dgm:spPr/>
      <dgm:t>
        <a:bodyPr/>
        <a:lstStyle/>
        <a:p>
          <a:endParaRPr lang="es-MX"/>
        </a:p>
      </dgm:t>
    </dgm:pt>
    <dgm:pt modelId="{9C2AB65E-DFD0-4A65-BFD9-DA4C11DFD039}" type="sibTrans" cxnId="{C1AA4DD7-A98C-4629-9A7C-0C13FD65F67B}">
      <dgm:prSet/>
      <dgm:spPr/>
      <dgm:t>
        <a:bodyPr/>
        <a:lstStyle/>
        <a:p>
          <a:endParaRPr lang="es-MX"/>
        </a:p>
      </dgm:t>
    </dgm:pt>
    <dgm:pt modelId="{A0FF289D-4F73-4B3B-99B0-E5EF41EADF1C}">
      <dgm:prSet phldrT="[Texto]" phldr="0"/>
      <dgm:spPr/>
      <dgm:t>
        <a:bodyPr/>
        <a:lstStyle/>
        <a:p>
          <a:r>
            <a:rPr lang="es-MX" dirty="0"/>
            <a:t>Ventanas, Iconos, Menús, botones, etc.</a:t>
          </a:r>
        </a:p>
      </dgm:t>
    </dgm:pt>
    <dgm:pt modelId="{47C09AA9-BA67-4302-AD7E-5C792CB86F16}" type="parTrans" cxnId="{D9C01AE4-89F9-421C-892F-0B079E95F2EE}">
      <dgm:prSet/>
      <dgm:spPr/>
      <dgm:t>
        <a:bodyPr/>
        <a:lstStyle/>
        <a:p>
          <a:endParaRPr lang="es-MX"/>
        </a:p>
      </dgm:t>
    </dgm:pt>
    <dgm:pt modelId="{09A41FC7-7CF8-4ADA-86DA-8EA967ACF886}" type="sibTrans" cxnId="{D9C01AE4-89F9-421C-892F-0B079E95F2EE}">
      <dgm:prSet/>
      <dgm:spPr/>
      <dgm:t>
        <a:bodyPr/>
        <a:lstStyle/>
        <a:p>
          <a:endParaRPr lang="es-MX"/>
        </a:p>
      </dgm:t>
    </dgm:pt>
    <dgm:pt modelId="{A0498C22-88A6-4319-B1FB-8FA8C0B00A12}">
      <dgm:prSet phldrT="[Texto]" phldr="0"/>
      <dgm:spPr/>
      <dgm:t>
        <a:bodyPr/>
        <a:lstStyle/>
        <a:p>
          <a:r>
            <a:rPr lang="es-MX" dirty="0"/>
            <a:t>Diseño y Componentes.</a:t>
          </a:r>
        </a:p>
      </dgm:t>
    </dgm:pt>
    <dgm:pt modelId="{425B78BA-6322-4563-BE0F-C72BC644AB2A}" type="parTrans" cxnId="{9630C25F-476C-4883-B5E3-33C7196CC87D}">
      <dgm:prSet/>
      <dgm:spPr/>
      <dgm:t>
        <a:bodyPr/>
        <a:lstStyle/>
        <a:p>
          <a:endParaRPr lang="es-MX"/>
        </a:p>
      </dgm:t>
    </dgm:pt>
    <dgm:pt modelId="{64B38F7B-342C-4CCA-81CC-C65AC8F4F2B7}" type="sibTrans" cxnId="{9630C25F-476C-4883-B5E3-33C7196CC87D}">
      <dgm:prSet/>
      <dgm:spPr/>
      <dgm:t>
        <a:bodyPr/>
        <a:lstStyle/>
        <a:p>
          <a:endParaRPr lang="es-MX"/>
        </a:p>
      </dgm:t>
    </dgm:pt>
    <dgm:pt modelId="{29759BFB-78C2-4C72-A302-DF990CF32246}">
      <dgm:prSet phldrT="[Texto]"/>
      <dgm:spPr/>
      <dgm:t>
        <a:bodyPr/>
        <a:lstStyle/>
        <a:p>
          <a:r>
            <a:rPr lang="es-MX" dirty="0"/>
            <a:t>Eventos (clics, desplazamientos, teclas).</a:t>
          </a:r>
        </a:p>
      </dgm:t>
    </dgm:pt>
    <dgm:pt modelId="{AC2BB3D4-BE46-4705-B304-B2575F94E68C}" type="parTrans" cxnId="{D8FC2E76-8665-4000-8290-5C8CC106B648}">
      <dgm:prSet/>
      <dgm:spPr/>
      <dgm:t>
        <a:bodyPr/>
        <a:lstStyle/>
        <a:p>
          <a:endParaRPr lang="es-MX"/>
        </a:p>
      </dgm:t>
    </dgm:pt>
    <dgm:pt modelId="{30319FB6-3188-4513-94E3-7520C4A3A45E}" type="sibTrans" cxnId="{D8FC2E76-8665-4000-8290-5C8CC106B648}">
      <dgm:prSet/>
      <dgm:spPr/>
      <dgm:t>
        <a:bodyPr/>
        <a:lstStyle/>
        <a:p>
          <a:endParaRPr lang="es-MX"/>
        </a:p>
      </dgm:t>
    </dgm:pt>
    <dgm:pt modelId="{FD2A663B-F4ED-4972-9415-FC77D41FD0A4}">
      <dgm:prSet phldrT="[Texto]"/>
      <dgm:spPr/>
      <dgm:t>
        <a:bodyPr/>
        <a:lstStyle/>
        <a:p>
          <a:r>
            <a:rPr lang="es-MX" dirty="0"/>
            <a:t>Micro interacciones.</a:t>
          </a:r>
        </a:p>
      </dgm:t>
    </dgm:pt>
    <dgm:pt modelId="{7D999883-A6EF-4DE8-861B-17212BFE7E59}" type="parTrans" cxnId="{14460ED2-782D-4D65-961A-FC2DB391B363}">
      <dgm:prSet/>
      <dgm:spPr/>
      <dgm:t>
        <a:bodyPr/>
        <a:lstStyle/>
        <a:p>
          <a:endParaRPr lang="es-MX"/>
        </a:p>
      </dgm:t>
    </dgm:pt>
    <dgm:pt modelId="{A57EE4B4-1042-4EAC-8FB8-4BA8E42D2C20}" type="sibTrans" cxnId="{14460ED2-782D-4D65-961A-FC2DB391B363}">
      <dgm:prSet/>
      <dgm:spPr/>
      <dgm:t>
        <a:bodyPr/>
        <a:lstStyle/>
        <a:p>
          <a:endParaRPr lang="es-MX"/>
        </a:p>
      </dgm:t>
    </dgm:pt>
    <dgm:pt modelId="{1DAB181B-683D-417C-A76C-3C73BC551010}">
      <dgm:prSet phldrT="[Texto]"/>
      <dgm:spPr/>
      <dgm:t>
        <a:bodyPr/>
        <a:lstStyle/>
        <a:p>
          <a:r>
            <a:rPr lang="es-MX" dirty="0"/>
            <a:t>Flujos de navegación.</a:t>
          </a:r>
        </a:p>
      </dgm:t>
    </dgm:pt>
    <dgm:pt modelId="{F55BDDFA-4934-4AF6-9F77-28E4090359EB}" type="parTrans" cxnId="{8BC2EAA3-4688-42EA-9D3D-0A0A0ED2FAE6}">
      <dgm:prSet/>
      <dgm:spPr/>
      <dgm:t>
        <a:bodyPr/>
        <a:lstStyle/>
        <a:p>
          <a:endParaRPr lang="es-MX"/>
        </a:p>
      </dgm:t>
    </dgm:pt>
    <dgm:pt modelId="{72CBD12D-41DC-4F33-92C1-2006B919AEED}" type="sibTrans" cxnId="{8BC2EAA3-4688-42EA-9D3D-0A0A0ED2FAE6}">
      <dgm:prSet/>
      <dgm:spPr/>
      <dgm:t>
        <a:bodyPr/>
        <a:lstStyle/>
        <a:p>
          <a:endParaRPr lang="es-MX"/>
        </a:p>
      </dgm:t>
    </dgm:pt>
    <dgm:pt modelId="{E4F3D22B-6F2F-4BE4-A506-07A05DC33781}">
      <dgm:prSet phldrT="[Texto]"/>
      <dgm:spPr/>
      <dgm:t>
        <a:bodyPr/>
        <a:lstStyle/>
        <a:p>
          <a:r>
            <a:rPr lang="es-MX" dirty="0"/>
            <a:t>Textos, imágenes, videos, datos dinámicos.</a:t>
          </a:r>
        </a:p>
      </dgm:t>
    </dgm:pt>
    <dgm:pt modelId="{784FFFBC-E2C6-41F1-BEB8-344B13E8729F}" type="parTrans" cxnId="{9B457E86-8ACB-48B5-94E5-F8756A0721D3}">
      <dgm:prSet/>
      <dgm:spPr/>
      <dgm:t>
        <a:bodyPr/>
        <a:lstStyle/>
        <a:p>
          <a:endParaRPr lang="es-MX"/>
        </a:p>
      </dgm:t>
    </dgm:pt>
    <dgm:pt modelId="{37191734-FD92-4F28-9CFD-7E996892B803}" type="sibTrans" cxnId="{9B457E86-8ACB-48B5-94E5-F8756A0721D3}">
      <dgm:prSet/>
      <dgm:spPr/>
      <dgm:t>
        <a:bodyPr/>
        <a:lstStyle/>
        <a:p>
          <a:endParaRPr lang="es-MX"/>
        </a:p>
      </dgm:t>
    </dgm:pt>
    <dgm:pt modelId="{F2350419-D4D0-4FFF-9C13-FAD007444EB0}">
      <dgm:prSet phldrT="[Texto]"/>
      <dgm:spPr/>
      <dgm:t>
        <a:bodyPr/>
        <a:lstStyle/>
        <a:p>
          <a:r>
            <a:rPr lang="es-MX" dirty="0"/>
            <a:t>Se asegura que el contenido sea claro, estructurado y accesible.</a:t>
          </a:r>
        </a:p>
      </dgm:t>
    </dgm:pt>
    <dgm:pt modelId="{84781969-030F-4CE7-BE24-969A699BF8B4}" type="parTrans" cxnId="{7D0C6662-0A64-46D6-AA83-AB45CAC5A8D7}">
      <dgm:prSet/>
      <dgm:spPr/>
      <dgm:t>
        <a:bodyPr/>
        <a:lstStyle/>
        <a:p>
          <a:endParaRPr lang="es-MX"/>
        </a:p>
      </dgm:t>
    </dgm:pt>
    <dgm:pt modelId="{CF309471-0933-432B-A56B-7CB3F32589F6}" type="sibTrans" cxnId="{7D0C6662-0A64-46D6-AA83-AB45CAC5A8D7}">
      <dgm:prSet/>
      <dgm:spPr/>
      <dgm:t>
        <a:bodyPr/>
        <a:lstStyle/>
        <a:p>
          <a:endParaRPr lang="es-MX"/>
        </a:p>
      </dgm:t>
    </dgm:pt>
    <dgm:pt modelId="{FC076607-3BAE-4368-BD5D-BEDCF2167976}">
      <dgm:prSet/>
      <dgm:spPr/>
      <dgm:t>
        <a:bodyPr/>
        <a:lstStyle/>
        <a:p>
          <a:endParaRPr lang="es-MX" dirty="0">
            <a:solidFill>
              <a:schemeClr val="tx1"/>
            </a:solidFill>
          </a:endParaRPr>
        </a:p>
      </dgm:t>
    </dgm:pt>
    <dgm:pt modelId="{4ECAF446-714A-4312-8328-2FD98EB8A97A}" type="parTrans" cxnId="{FDB4951E-81A2-4EC4-9AE9-DA67208873E7}">
      <dgm:prSet/>
      <dgm:spPr/>
      <dgm:t>
        <a:bodyPr/>
        <a:lstStyle/>
        <a:p>
          <a:endParaRPr lang="es-MX"/>
        </a:p>
      </dgm:t>
    </dgm:pt>
    <dgm:pt modelId="{F9387CF5-9C12-4FE5-B349-0CF59B6950D8}" type="sibTrans" cxnId="{FDB4951E-81A2-4EC4-9AE9-DA67208873E7}">
      <dgm:prSet/>
      <dgm:spPr/>
      <dgm:t>
        <a:bodyPr/>
        <a:lstStyle/>
        <a:p>
          <a:endParaRPr lang="es-MX"/>
        </a:p>
      </dgm:t>
    </dgm:pt>
    <dgm:pt modelId="{B7ECE257-B51D-4D21-B609-D97A3CF86A9D}">
      <dgm:prSet phldrT="[Texto]"/>
      <dgm:spPr/>
      <dgm:t>
        <a:bodyPr/>
        <a:lstStyle/>
        <a:p>
          <a:r>
            <a:rPr lang="es-MX" dirty="0"/>
            <a:t>Tipografía, colores, iconografía, animaciones.</a:t>
          </a:r>
        </a:p>
      </dgm:t>
    </dgm:pt>
    <dgm:pt modelId="{50314147-E6FF-4DB4-8CD9-35F53273F9C0}" type="parTrans" cxnId="{F910BEFF-7078-42C2-8C13-D575296DDA23}">
      <dgm:prSet/>
      <dgm:spPr/>
      <dgm:t>
        <a:bodyPr/>
        <a:lstStyle/>
        <a:p>
          <a:endParaRPr lang="es-MX"/>
        </a:p>
      </dgm:t>
    </dgm:pt>
    <dgm:pt modelId="{2DE16D78-73B7-41DD-8C9F-53C2C9BC777B}" type="sibTrans" cxnId="{F910BEFF-7078-42C2-8C13-D575296DDA23}">
      <dgm:prSet/>
      <dgm:spPr/>
      <dgm:t>
        <a:bodyPr/>
        <a:lstStyle/>
        <a:p>
          <a:endParaRPr lang="es-MX"/>
        </a:p>
      </dgm:t>
    </dgm:pt>
    <dgm:pt modelId="{B79A9D53-399F-4886-9CA4-6F35F40988D9}">
      <dgm:prSet phldrT="[Texto]"/>
      <dgm:spPr/>
      <dgm:t>
        <a:bodyPr/>
        <a:lstStyle/>
        <a:p>
          <a:r>
            <a:rPr lang="es-MX" dirty="0"/>
            <a:t>Aporta coherencia visual y refuerza la identidad de la interfaz.</a:t>
          </a:r>
        </a:p>
      </dgm:t>
    </dgm:pt>
    <dgm:pt modelId="{4FD88C2E-C478-47D6-A276-4D882BB7AD55}" type="parTrans" cxnId="{9B1B8DB6-A1C8-42F8-9AAA-16A2178CBF55}">
      <dgm:prSet/>
      <dgm:spPr/>
      <dgm:t>
        <a:bodyPr/>
        <a:lstStyle/>
        <a:p>
          <a:endParaRPr lang="es-MX"/>
        </a:p>
      </dgm:t>
    </dgm:pt>
    <dgm:pt modelId="{BB28D4E5-4968-4CD1-B84E-0E6A8064B738}" type="sibTrans" cxnId="{9B1B8DB6-A1C8-42F8-9AAA-16A2178CBF55}">
      <dgm:prSet/>
      <dgm:spPr/>
      <dgm:t>
        <a:bodyPr/>
        <a:lstStyle/>
        <a:p>
          <a:endParaRPr lang="es-MX"/>
        </a:p>
      </dgm:t>
    </dgm:pt>
    <dgm:pt modelId="{DC87B43F-ADCA-4751-ACC9-70CC369A6B6C}" type="pres">
      <dgm:prSet presAssocID="{0E7D8083-3156-42BF-964C-E1B7752C9B7B}" presName="Name0" presStyleCnt="0">
        <dgm:presLayoutVars>
          <dgm:dir/>
          <dgm:animLvl val="lvl"/>
          <dgm:resizeHandles val="exact"/>
        </dgm:presLayoutVars>
      </dgm:prSet>
      <dgm:spPr/>
    </dgm:pt>
    <dgm:pt modelId="{42E90E14-694C-4CB2-ACD3-F7B814ABD94A}" type="pres">
      <dgm:prSet presAssocID="{0E7D8083-3156-42BF-964C-E1B7752C9B7B}" presName="tSp" presStyleCnt="0"/>
      <dgm:spPr/>
    </dgm:pt>
    <dgm:pt modelId="{5FE894F9-9C5C-4907-995C-1833835340A3}" type="pres">
      <dgm:prSet presAssocID="{0E7D8083-3156-42BF-964C-E1B7752C9B7B}" presName="bSp" presStyleCnt="0"/>
      <dgm:spPr/>
    </dgm:pt>
    <dgm:pt modelId="{68BF6F0D-02CD-48E6-9465-E1EA38E18009}" type="pres">
      <dgm:prSet presAssocID="{0E7D8083-3156-42BF-964C-E1B7752C9B7B}" presName="process" presStyleCnt="0"/>
      <dgm:spPr/>
    </dgm:pt>
    <dgm:pt modelId="{31775A17-301F-4B96-B558-5340A06E5C9C}" type="pres">
      <dgm:prSet presAssocID="{BC1575D5-4C6A-4910-BFDA-800CC092C452}" presName="composite1" presStyleCnt="0"/>
      <dgm:spPr/>
    </dgm:pt>
    <dgm:pt modelId="{681C24CF-8403-4EA9-B8F4-3A9E3CA8E246}" type="pres">
      <dgm:prSet presAssocID="{BC1575D5-4C6A-4910-BFDA-800CC092C452}" presName="dummyNode1" presStyleLbl="node1" presStyleIdx="0" presStyleCnt="4"/>
      <dgm:spPr/>
    </dgm:pt>
    <dgm:pt modelId="{22D32F8D-E4A4-4B52-AB96-49C193D68996}" type="pres">
      <dgm:prSet presAssocID="{BC1575D5-4C6A-4910-BFDA-800CC092C452}" presName="childNode1" presStyleLbl="bgAcc1" presStyleIdx="0" presStyleCnt="4">
        <dgm:presLayoutVars>
          <dgm:bulletEnabled val="1"/>
        </dgm:presLayoutVars>
      </dgm:prSet>
      <dgm:spPr/>
    </dgm:pt>
    <dgm:pt modelId="{E3272BCF-1DEB-4B74-99E3-D86B14E63473}" type="pres">
      <dgm:prSet presAssocID="{BC1575D5-4C6A-4910-BFDA-800CC092C452}" presName="childNode1tx" presStyleLbl="bgAcc1" presStyleIdx="0" presStyleCnt="4">
        <dgm:presLayoutVars>
          <dgm:bulletEnabled val="1"/>
        </dgm:presLayoutVars>
      </dgm:prSet>
      <dgm:spPr/>
    </dgm:pt>
    <dgm:pt modelId="{FE8FA63B-AC48-4589-A247-C78209717990}" type="pres">
      <dgm:prSet presAssocID="{BC1575D5-4C6A-4910-BFDA-800CC092C452}" presName="parentNode1" presStyleLbl="node1" presStyleIdx="0" presStyleCnt="4">
        <dgm:presLayoutVars>
          <dgm:chMax val="1"/>
          <dgm:bulletEnabled val="1"/>
        </dgm:presLayoutVars>
      </dgm:prSet>
      <dgm:spPr/>
    </dgm:pt>
    <dgm:pt modelId="{5813F9CA-0558-4F39-A358-006544718530}" type="pres">
      <dgm:prSet presAssocID="{BC1575D5-4C6A-4910-BFDA-800CC092C452}" presName="connSite1" presStyleCnt="0"/>
      <dgm:spPr/>
    </dgm:pt>
    <dgm:pt modelId="{F684D5DD-3312-4D3D-AD13-325DF5DB285C}" type="pres">
      <dgm:prSet presAssocID="{F1733E1C-2C86-4BF3-A8E4-7DEB39DE1FFE}" presName="Name9" presStyleLbl="sibTrans2D1" presStyleIdx="0" presStyleCnt="3"/>
      <dgm:spPr/>
    </dgm:pt>
    <dgm:pt modelId="{C5623CD6-FA9D-476F-809A-CEA9BD6197D1}" type="pres">
      <dgm:prSet presAssocID="{6F351BB4-9ED0-40FA-A0CC-77B275CDDB79}" presName="composite2" presStyleCnt="0"/>
      <dgm:spPr/>
    </dgm:pt>
    <dgm:pt modelId="{A64732D2-F7DE-4CD8-9804-ED7496F09C45}" type="pres">
      <dgm:prSet presAssocID="{6F351BB4-9ED0-40FA-A0CC-77B275CDDB79}" presName="dummyNode2" presStyleLbl="node1" presStyleIdx="0" presStyleCnt="4"/>
      <dgm:spPr/>
    </dgm:pt>
    <dgm:pt modelId="{8441A762-27BC-4540-BBB7-71FA066FB52D}" type="pres">
      <dgm:prSet presAssocID="{6F351BB4-9ED0-40FA-A0CC-77B275CDDB79}" presName="childNode2" presStyleLbl="bgAcc1" presStyleIdx="1" presStyleCnt="4">
        <dgm:presLayoutVars>
          <dgm:bulletEnabled val="1"/>
        </dgm:presLayoutVars>
      </dgm:prSet>
      <dgm:spPr/>
    </dgm:pt>
    <dgm:pt modelId="{E3063255-A514-478E-AC75-F1D0955F413E}" type="pres">
      <dgm:prSet presAssocID="{6F351BB4-9ED0-40FA-A0CC-77B275CDDB79}" presName="childNode2tx" presStyleLbl="bgAcc1" presStyleIdx="1" presStyleCnt="4">
        <dgm:presLayoutVars>
          <dgm:bulletEnabled val="1"/>
        </dgm:presLayoutVars>
      </dgm:prSet>
      <dgm:spPr/>
    </dgm:pt>
    <dgm:pt modelId="{E25B5254-86FD-4333-9EE0-68E7784ED9BF}" type="pres">
      <dgm:prSet presAssocID="{6F351BB4-9ED0-40FA-A0CC-77B275CDDB79}" presName="parentNode2" presStyleLbl="node1" presStyleIdx="1" presStyleCnt="4">
        <dgm:presLayoutVars>
          <dgm:chMax val="0"/>
          <dgm:bulletEnabled val="1"/>
        </dgm:presLayoutVars>
      </dgm:prSet>
      <dgm:spPr/>
    </dgm:pt>
    <dgm:pt modelId="{BA9C6343-1A00-4F69-98EC-064CD230E3B1}" type="pres">
      <dgm:prSet presAssocID="{6F351BB4-9ED0-40FA-A0CC-77B275CDDB79}" presName="connSite2" presStyleCnt="0"/>
      <dgm:spPr/>
    </dgm:pt>
    <dgm:pt modelId="{8BC51F08-90B9-42C3-8109-AC7CEBEF5173}" type="pres">
      <dgm:prSet presAssocID="{1FB04809-420A-44ED-BBCA-58FD8884AB5D}" presName="Name18" presStyleLbl="sibTrans2D1" presStyleIdx="1" presStyleCnt="3"/>
      <dgm:spPr/>
    </dgm:pt>
    <dgm:pt modelId="{AFF32724-FD2D-47A4-A779-6064992553C8}" type="pres">
      <dgm:prSet presAssocID="{3F5E31C1-8B25-4787-A17B-3690722DE4B9}" presName="composite1" presStyleCnt="0"/>
      <dgm:spPr/>
    </dgm:pt>
    <dgm:pt modelId="{7AB17CEB-8994-43DE-AD0B-77E83E5275BD}" type="pres">
      <dgm:prSet presAssocID="{3F5E31C1-8B25-4787-A17B-3690722DE4B9}" presName="dummyNode1" presStyleLbl="node1" presStyleIdx="1" presStyleCnt="4"/>
      <dgm:spPr/>
    </dgm:pt>
    <dgm:pt modelId="{CF3E962D-C4BD-4966-A2BD-D8387C80016E}" type="pres">
      <dgm:prSet presAssocID="{3F5E31C1-8B25-4787-A17B-3690722DE4B9}" presName="childNode1" presStyleLbl="bgAcc1" presStyleIdx="2" presStyleCnt="4">
        <dgm:presLayoutVars>
          <dgm:bulletEnabled val="1"/>
        </dgm:presLayoutVars>
      </dgm:prSet>
      <dgm:spPr/>
    </dgm:pt>
    <dgm:pt modelId="{E664FDF2-711C-4EDF-B597-52E233826F08}" type="pres">
      <dgm:prSet presAssocID="{3F5E31C1-8B25-4787-A17B-3690722DE4B9}" presName="childNode1tx" presStyleLbl="bgAcc1" presStyleIdx="2" presStyleCnt="4">
        <dgm:presLayoutVars>
          <dgm:bulletEnabled val="1"/>
        </dgm:presLayoutVars>
      </dgm:prSet>
      <dgm:spPr/>
    </dgm:pt>
    <dgm:pt modelId="{92CC850F-F9AA-4E75-B215-100871E96B07}" type="pres">
      <dgm:prSet presAssocID="{3F5E31C1-8B25-4787-A17B-3690722DE4B9}" presName="parentNode1" presStyleLbl="node1" presStyleIdx="2" presStyleCnt="4">
        <dgm:presLayoutVars>
          <dgm:chMax val="1"/>
          <dgm:bulletEnabled val="1"/>
        </dgm:presLayoutVars>
      </dgm:prSet>
      <dgm:spPr/>
    </dgm:pt>
    <dgm:pt modelId="{A8A45329-8828-4CE8-B637-A70C327E378B}" type="pres">
      <dgm:prSet presAssocID="{3F5E31C1-8B25-4787-A17B-3690722DE4B9}" presName="connSite1" presStyleCnt="0"/>
      <dgm:spPr/>
    </dgm:pt>
    <dgm:pt modelId="{E7B8AF15-5CF1-4E8A-AC58-C750B694ACD9}" type="pres">
      <dgm:prSet presAssocID="{0D457CC8-F320-4D22-9CB0-28911F7BBBAC}" presName="Name9" presStyleLbl="sibTrans2D1" presStyleIdx="2" presStyleCnt="3"/>
      <dgm:spPr/>
    </dgm:pt>
    <dgm:pt modelId="{70AE8CB6-537D-40A8-A6CD-87A8293400BD}" type="pres">
      <dgm:prSet presAssocID="{4FF9997F-049D-4438-B156-ABCBE25BD4C7}" presName="composite2" presStyleCnt="0"/>
      <dgm:spPr/>
    </dgm:pt>
    <dgm:pt modelId="{3758EF30-903F-486C-9447-558D3C53DC40}" type="pres">
      <dgm:prSet presAssocID="{4FF9997F-049D-4438-B156-ABCBE25BD4C7}" presName="dummyNode2" presStyleLbl="node1" presStyleIdx="2" presStyleCnt="4"/>
      <dgm:spPr/>
    </dgm:pt>
    <dgm:pt modelId="{6594A6BB-1794-4C5C-987C-5A0388512949}" type="pres">
      <dgm:prSet presAssocID="{4FF9997F-049D-4438-B156-ABCBE25BD4C7}" presName="childNode2" presStyleLbl="bgAcc1" presStyleIdx="3" presStyleCnt="4">
        <dgm:presLayoutVars>
          <dgm:bulletEnabled val="1"/>
        </dgm:presLayoutVars>
      </dgm:prSet>
      <dgm:spPr/>
    </dgm:pt>
    <dgm:pt modelId="{53282363-66E1-4955-8FF8-4214BF16AB2C}" type="pres">
      <dgm:prSet presAssocID="{4FF9997F-049D-4438-B156-ABCBE25BD4C7}" presName="childNode2tx" presStyleLbl="bgAcc1" presStyleIdx="3" presStyleCnt="4">
        <dgm:presLayoutVars>
          <dgm:bulletEnabled val="1"/>
        </dgm:presLayoutVars>
      </dgm:prSet>
      <dgm:spPr/>
    </dgm:pt>
    <dgm:pt modelId="{23DDB37F-2BF3-4403-B3B9-BB570541531D}" type="pres">
      <dgm:prSet presAssocID="{4FF9997F-049D-4438-B156-ABCBE25BD4C7}" presName="parentNode2" presStyleLbl="node1" presStyleIdx="3" presStyleCnt="4">
        <dgm:presLayoutVars>
          <dgm:chMax val="0"/>
          <dgm:bulletEnabled val="1"/>
        </dgm:presLayoutVars>
      </dgm:prSet>
      <dgm:spPr/>
    </dgm:pt>
    <dgm:pt modelId="{D004A97D-BED1-471F-95BE-850B67CB4AF9}" type="pres">
      <dgm:prSet presAssocID="{4FF9997F-049D-4438-B156-ABCBE25BD4C7}" presName="connSite2" presStyleCnt="0"/>
      <dgm:spPr/>
    </dgm:pt>
  </dgm:ptLst>
  <dgm:cxnLst>
    <dgm:cxn modelId="{FDB4951E-81A2-4EC4-9AE9-DA67208873E7}" srcId="{4FF9997F-049D-4438-B156-ABCBE25BD4C7}" destId="{FC076607-3BAE-4368-BD5D-BEDCF2167976}" srcOrd="2" destOrd="0" parTransId="{4ECAF446-714A-4312-8328-2FD98EB8A97A}" sibTransId="{F9387CF5-9C12-4FE5-B349-0CF59B6950D8}"/>
    <dgm:cxn modelId="{F2F4A925-FF7B-414F-9F31-28737813CE15}" type="presOf" srcId="{FD2A663B-F4ED-4972-9415-FC77D41FD0A4}" destId="{8441A762-27BC-4540-BBB7-71FA066FB52D}" srcOrd="0" destOrd="1" presId="urn:microsoft.com/office/officeart/2005/8/layout/hProcess4"/>
    <dgm:cxn modelId="{CFA9AD2A-00ED-4E0C-B438-DD41EAD61885}" type="presOf" srcId="{1DAB181B-683D-417C-A76C-3C73BC551010}" destId="{E3063255-A514-478E-AC75-F1D0955F413E}" srcOrd="1" destOrd="2" presId="urn:microsoft.com/office/officeart/2005/8/layout/hProcess4"/>
    <dgm:cxn modelId="{C3400A3E-1B02-47C3-A0BC-047812444B83}" type="presOf" srcId="{B79A9D53-399F-4886-9CA4-6F35F40988D9}" destId="{53282363-66E1-4955-8FF8-4214BF16AB2C}" srcOrd="1" destOrd="1" presId="urn:microsoft.com/office/officeart/2005/8/layout/hProcess4"/>
    <dgm:cxn modelId="{FB2CE55C-FB2E-4729-94FD-8F2ECB260809}" type="presOf" srcId="{B7ECE257-B51D-4D21-B609-D97A3CF86A9D}" destId="{6594A6BB-1794-4C5C-987C-5A0388512949}" srcOrd="0" destOrd="0" presId="urn:microsoft.com/office/officeart/2005/8/layout/hProcess4"/>
    <dgm:cxn modelId="{9630C25F-476C-4883-B5E3-33C7196CC87D}" srcId="{BC1575D5-4C6A-4910-BFDA-800CC092C452}" destId="{A0498C22-88A6-4319-B1FB-8FA8C0B00A12}" srcOrd="2" destOrd="0" parTransId="{425B78BA-6322-4563-BE0F-C72BC644AB2A}" sibTransId="{64B38F7B-342C-4CCA-81CC-C65AC8F4F2B7}"/>
    <dgm:cxn modelId="{B8C8E460-EECE-4906-A197-92206BA20FD0}" type="presOf" srcId="{0E7D8083-3156-42BF-964C-E1B7752C9B7B}" destId="{DC87B43F-ADCA-4751-ACC9-70CC369A6B6C}" srcOrd="0" destOrd="0" presId="urn:microsoft.com/office/officeart/2005/8/layout/hProcess4"/>
    <dgm:cxn modelId="{7D0C6662-0A64-46D6-AA83-AB45CAC5A8D7}" srcId="{3F5E31C1-8B25-4787-A17B-3690722DE4B9}" destId="{F2350419-D4D0-4FFF-9C13-FAD007444EB0}" srcOrd="1" destOrd="0" parTransId="{84781969-030F-4CE7-BE24-969A699BF8B4}" sibTransId="{CF309471-0933-432B-A56B-7CB3F32589F6}"/>
    <dgm:cxn modelId="{39EC6950-F7E6-4BE5-AB9F-6E7E829B3E59}" type="presOf" srcId="{29759BFB-78C2-4C72-A302-DF990CF32246}" destId="{8441A762-27BC-4540-BBB7-71FA066FB52D}" srcOrd="0" destOrd="0" presId="urn:microsoft.com/office/officeart/2005/8/layout/hProcess4"/>
    <dgm:cxn modelId="{F7973471-D09D-47FD-9586-CCAFA1DE0C47}" type="presOf" srcId="{B9BC37B2-9546-43AC-BFB3-93345E942B8C}" destId="{E3272BCF-1DEB-4B74-99E3-D86B14E63473}" srcOrd="1" destOrd="0" presId="urn:microsoft.com/office/officeart/2005/8/layout/hProcess4"/>
    <dgm:cxn modelId="{F3FD4A73-40E1-471B-B01A-8E8339412831}" srcId="{0E7D8083-3156-42BF-964C-E1B7752C9B7B}" destId="{BC1575D5-4C6A-4910-BFDA-800CC092C452}" srcOrd="0" destOrd="0" parTransId="{ACA6AA70-5FC6-426D-A23C-8BEECD91A99D}" sibTransId="{F1733E1C-2C86-4BF3-A8E4-7DEB39DE1FFE}"/>
    <dgm:cxn modelId="{BB772974-255F-49F2-944A-587F06A9CEA3}" type="presOf" srcId="{F2350419-D4D0-4FFF-9C13-FAD007444EB0}" destId="{E664FDF2-711C-4EDF-B597-52E233826F08}" srcOrd="1" destOrd="1" presId="urn:microsoft.com/office/officeart/2005/8/layout/hProcess4"/>
    <dgm:cxn modelId="{D8FC2E76-8665-4000-8290-5C8CC106B648}" srcId="{6F351BB4-9ED0-40FA-A0CC-77B275CDDB79}" destId="{29759BFB-78C2-4C72-A302-DF990CF32246}" srcOrd="0" destOrd="0" parTransId="{AC2BB3D4-BE46-4705-B304-B2575F94E68C}" sibTransId="{30319FB6-3188-4513-94E3-7520C4A3A45E}"/>
    <dgm:cxn modelId="{1428F459-9255-4135-BE5C-FC76B22F7B34}" type="presOf" srcId="{A0FF289D-4F73-4B3B-99B0-E5EF41EADF1C}" destId="{22D32F8D-E4A4-4B52-AB96-49C193D68996}" srcOrd="0" destOrd="1" presId="urn:microsoft.com/office/officeart/2005/8/layout/hProcess4"/>
    <dgm:cxn modelId="{DB35AF80-39D8-4412-8318-54567CCE3816}" type="presOf" srcId="{FD2A663B-F4ED-4972-9415-FC77D41FD0A4}" destId="{E3063255-A514-478E-AC75-F1D0955F413E}" srcOrd="1" destOrd="1" presId="urn:microsoft.com/office/officeart/2005/8/layout/hProcess4"/>
    <dgm:cxn modelId="{9B457E86-8ACB-48B5-94E5-F8756A0721D3}" srcId="{3F5E31C1-8B25-4787-A17B-3690722DE4B9}" destId="{E4F3D22B-6F2F-4BE4-A506-07A05DC33781}" srcOrd="0" destOrd="0" parTransId="{784FFFBC-E2C6-41F1-BEB8-344B13E8729F}" sibTransId="{37191734-FD92-4F28-9CFD-7E996892B803}"/>
    <dgm:cxn modelId="{A45ED78C-2190-44B3-A594-20A50D0961E3}" type="presOf" srcId="{BC1575D5-4C6A-4910-BFDA-800CC092C452}" destId="{FE8FA63B-AC48-4589-A247-C78209717990}" srcOrd="0" destOrd="0" presId="urn:microsoft.com/office/officeart/2005/8/layout/hProcess4"/>
    <dgm:cxn modelId="{A1C1CF90-3CFC-45DE-9DAC-C8A16EA9F7C4}" type="presOf" srcId="{1DAB181B-683D-417C-A76C-3C73BC551010}" destId="{8441A762-27BC-4540-BBB7-71FA066FB52D}" srcOrd="0" destOrd="2" presId="urn:microsoft.com/office/officeart/2005/8/layout/hProcess4"/>
    <dgm:cxn modelId="{AE1F5992-53ED-494A-A36E-DB967AF68F7F}" type="presOf" srcId="{0D457CC8-F320-4D22-9CB0-28911F7BBBAC}" destId="{E7B8AF15-5CF1-4E8A-AC58-C750B694ACD9}" srcOrd="0" destOrd="0" presId="urn:microsoft.com/office/officeart/2005/8/layout/hProcess4"/>
    <dgm:cxn modelId="{B73DB995-B073-45BE-84FD-8E2D4EC2F712}" type="presOf" srcId="{E4F3D22B-6F2F-4BE4-A506-07A05DC33781}" destId="{E664FDF2-711C-4EDF-B597-52E233826F08}" srcOrd="1" destOrd="0" presId="urn:microsoft.com/office/officeart/2005/8/layout/hProcess4"/>
    <dgm:cxn modelId="{54ED1E98-EAC6-433B-AB8B-F37E1ECFABA4}" type="presOf" srcId="{A0498C22-88A6-4319-B1FB-8FA8C0B00A12}" destId="{22D32F8D-E4A4-4B52-AB96-49C193D68996}" srcOrd="0" destOrd="2" presId="urn:microsoft.com/office/officeart/2005/8/layout/hProcess4"/>
    <dgm:cxn modelId="{8BC2EAA3-4688-42EA-9D3D-0A0A0ED2FAE6}" srcId="{6F351BB4-9ED0-40FA-A0CC-77B275CDDB79}" destId="{1DAB181B-683D-417C-A76C-3C73BC551010}" srcOrd="2" destOrd="0" parTransId="{F55BDDFA-4934-4AF6-9F77-28E4090359EB}" sibTransId="{72CBD12D-41DC-4F33-92C1-2006B919AEED}"/>
    <dgm:cxn modelId="{E52824AC-1BAB-4DD8-BAB7-F64CF891006D}" type="presOf" srcId="{29759BFB-78C2-4C72-A302-DF990CF32246}" destId="{E3063255-A514-478E-AC75-F1D0955F413E}" srcOrd="1" destOrd="0" presId="urn:microsoft.com/office/officeart/2005/8/layout/hProcess4"/>
    <dgm:cxn modelId="{B5EE1AB0-F4D7-4A35-AD08-D54812497238}" type="presOf" srcId="{FC076607-3BAE-4368-BD5D-BEDCF2167976}" destId="{6594A6BB-1794-4C5C-987C-5A0388512949}" srcOrd="0" destOrd="2" presId="urn:microsoft.com/office/officeart/2005/8/layout/hProcess4"/>
    <dgm:cxn modelId="{9B1B8DB6-A1C8-42F8-9AAA-16A2178CBF55}" srcId="{4FF9997F-049D-4438-B156-ABCBE25BD4C7}" destId="{B79A9D53-399F-4886-9CA4-6F35F40988D9}" srcOrd="1" destOrd="0" parTransId="{4FD88C2E-C478-47D6-A276-4D882BB7AD55}" sibTransId="{BB28D4E5-4968-4CD1-B84E-0E6A8064B738}"/>
    <dgm:cxn modelId="{19D014B7-ADA4-4275-AE2E-A5A8A4EEC5E0}" type="presOf" srcId="{F1733E1C-2C86-4BF3-A8E4-7DEB39DE1FFE}" destId="{F684D5DD-3312-4D3D-AD13-325DF5DB285C}" srcOrd="0" destOrd="0" presId="urn:microsoft.com/office/officeart/2005/8/layout/hProcess4"/>
    <dgm:cxn modelId="{1F6E58BE-25EB-495B-A29A-695AA06EBDD3}" type="presOf" srcId="{A0FF289D-4F73-4B3B-99B0-E5EF41EADF1C}" destId="{E3272BCF-1DEB-4B74-99E3-D86B14E63473}" srcOrd="1" destOrd="1" presId="urn:microsoft.com/office/officeart/2005/8/layout/hProcess4"/>
    <dgm:cxn modelId="{E8E7D5C5-3725-4C76-8A2D-06B102A70F13}" type="presOf" srcId="{B9BC37B2-9546-43AC-BFB3-93345E942B8C}" destId="{22D32F8D-E4A4-4B52-AB96-49C193D68996}" srcOrd="0" destOrd="0" presId="urn:microsoft.com/office/officeart/2005/8/layout/hProcess4"/>
    <dgm:cxn modelId="{CACC73CA-B321-4A80-BFF0-A91B1F420A83}" type="presOf" srcId="{6F351BB4-9ED0-40FA-A0CC-77B275CDDB79}" destId="{E25B5254-86FD-4333-9EE0-68E7784ED9BF}" srcOrd="0" destOrd="0" presId="urn:microsoft.com/office/officeart/2005/8/layout/hProcess4"/>
    <dgm:cxn modelId="{64D748D1-43CF-4282-A645-B4AA4C2A816A}" srcId="{0E7D8083-3156-42BF-964C-E1B7752C9B7B}" destId="{4FF9997F-049D-4438-B156-ABCBE25BD4C7}" srcOrd="3" destOrd="0" parTransId="{0F000D47-119A-4B9F-87CD-FA9CA9D3264C}" sibTransId="{FC2450DD-C464-48E5-B197-93DD312D6A00}"/>
    <dgm:cxn modelId="{14460ED2-782D-4D65-961A-FC2DB391B363}" srcId="{6F351BB4-9ED0-40FA-A0CC-77B275CDDB79}" destId="{FD2A663B-F4ED-4972-9415-FC77D41FD0A4}" srcOrd="1" destOrd="0" parTransId="{7D999883-A6EF-4DE8-861B-17212BFE7E59}" sibTransId="{A57EE4B4-1042-4EAC-8FB8-4BA8E42D2C20}"/>
    <dgm:cxn modelId="{C1AA4DD7-A98C-4629-9A7C-0C13FD65F67B}" srcId="{BC1575D5-4C6A-4910-BFDA-800CC092C452}" destId="{B9BC37B2-9546-43AC-BFB3-93345E942B8C}" srcOrd="0" destOrd="0" parTransId="{9D9ED0EA-9E41-4019-9D6F-BD0BF5D64789}" sibTransId="{9C2AB65E-DFD0-4A65-BFD9-DA4C11DFD039}"/>
    <dgm:cxn modelId="{C02395DB-45A1-4D4A-8421-F3FA4319DDA6}" type="presOf" srcId="{1FB04809-420A-44ED-BBCA-58FD8884AB5D}" destId="{8BC51F08-90B9-42C3-8109-AC7CEBEF5173}" srcOrd="0" destOrd="0" presId="urn:microsoft.com/office/officeart/2005/8/layout/hProcess4"/>
    <dgm:cxn modelId="{E09053DC-813A-4B8E-A30F-710589F40FFE}" type="presOf" srcId="{E4F3D22B-6F2F-4BE4-A506-07A05DC33781}" destId="{CF3E962D-C4BD-4966-A2BD-D8387C80016E}" srcOrd="0" destOrd="0" presId="urn:microsoft.com/office/officeart/2005/8/layout/hProcess4"/>
    <dgm:cxn modelId="{D8994ADF-3E18-477D-922C-168ABD16780F}" type="presOf" srcId="{FC076607-3BAE-4368-BD5D-BEDCF2167976}" destId="{53282363-66E1-4955-8FF8-4214BF16AB2C}" srcOrd="1" destOrd="2" presId="urn:microsoft.com/office/officeart/2005/8/layout/hProcess4"/>
    <dgm:cxn modelId="{D9C01AE4-89F9-421C-892F-0B079E95F2EE}" srcId="{BC1575D5-4C6A-4910-BFDA-800CC092C452}" destId="{A0FF289D-4F73-4B3B-99B0-E5EF41EADF1C}" srcOrd="1" destOrd="0" parTransId="{47C09AA9-BA67-4302-AD7E-5C792CB86F16}" sibTransId="{09A41FC7-7CF8-4ADA-86DA-8EA967ACF886}"/>
    <dgm:cxn modelId="{B0FF83E8-57F9-44CE-95DF-1FA029ED37A7}" type="presOf" srcId="{A0498C22-88A6-4319-B1FB-8FA8C0B00A12}" destId="{E3272BCF-1DEB-4B74-99E3-D86B14E63473}" srcOrd="1" destOrd="2" presId="urn:microsoft.com/office/officeart/2005/8/layout/hProcess4"/>
    <dgm:cxn modelId="{3B9ADFEF-1560-49AD-8E2E-020F2A621592}" srcId="{0E7D8083-3156-42BF-964C-E1B7752C9B7B}" destId="{6F351BB4-9ED0-40FA-A0CC-77B275CDDB79}" srcOrd="1" destOrd="0" parTransId="{AB3CB931-BFB4-46BF-B13C-B28463376838}" sibTransId="{1FB04809-420A-44ED-BBCA-58FD8884AB5D}"/>
    <dgm:cxn modelId="{905F6CF4-71BC-4DF3-9D13-D7886E0A61F6}" type="presOf" srcId="{F2350419-D4D0-4FFF-9C13-FAD007444EB0}" destId="{CF3E962D-C4BD-4966-A2BD-D8387C80016E}" srcOrd="0" destOrd="1" presId="urn:microsoft.com/office/officeart/2005/8/layout/hProcess4"/>
    <dgm:cxn modelId="{720255F5-3C5F-40BD-8780-1D892D527599}" srcId="{0E7D8083-3156-42BF-964C-E1B7752C9B7B}" destId="{3F5E31C1-8B25-4787-A17B-3690722DE4B9}" srcOrd="2" destOrd="0" parTransId="{DECBC491-6C6B-4489-B60F-E4BE359243B8}" sibTransId="{0D457CC8-F320-4D22-9CB0-28911F7BBBAC}"/>
    <dgm:cxn modelId="{520E67F7-47CB-477E-9AB2-168B75E9D2BB}" type="presOf" srcId="{B7ECE257-B51D-4D21-B609-D97A3CF86A9D}" destId="{53282363-66E1-4955-8FF8-4214BF16AB2C}" srcOrd="1" destOrd="0" presId="urn:microsoft.com/office/officeart/2005/8/layout/hProcess4"/>
    <dgm:cxn modelId="{826A90F8-D288-4AA8-964D-5E129B42DD71}" type="presOf" srcId="{3F5E31C1-8B25-4787-A17B-3690722DE4B9}" destId="{92CC850F-F9AA-4E75-B215-100871E96B07}" srcOrd="0" destOrd="0" presId="urn:microsoft.com/office/officeart/2005/8/layout/hProcess4"/>
    <dgm:cxn modelId="{842166FB-273B-4176-8723-E857361553BE}" type="presOf" srcId="{4FF9997F-049D-4438-B156-ABCBE25BD4C7}" destId="{23DDB37F-2BF3-4403-B3B9-BB570541531D}" srcOrd="0" destOrd="0" presId="urn:microsoft.com/office/officeart/2005/8/layout/hProcess4"/>
    <dgm:cxn modelId="{D6A085FD-FC06-4860-9589-41C751EA46BD}" type="presOf" srcId="{B79A9D53-399F-4886-9CA4-6F35F40988D9}" destId="{6594A6BB-1794-4C5C-987C-5A0388512949}" srcOrd="0" destOrd="1" presId="urn:microsoft.com/office/officeart/2005/8/layout/hProcess4"/>
    <dgm:cxn modelId="{F910BEFF-7078-42C2-8C13-D575296DDA23}" srcId="{4FF9997F-049D-4438-B156-ABCBE25BD4C7}" destId="{B7ECE257-B51D-4D21-B609-D97A3CF86A9D}" srcOrd="0" destOrd="0" parTransId="{50314147-E6FF-4DB4-8CD9-35F53273F9C0}" sibTransId="{2DE16D78-73B7-41DD-8C9F-53C2C9BC777B}"/>
    <dgm:cxn modelId="{F1B35033-6E2A-4163-9B69-63E24CC9A844}" type="presParOf" srcId="{DC87B43F-ADCA-4751-ACC9-70CC369A6B6C}" destId="{42E90E14-694C-4CB2-ACD3-F7B814ABD94A}" srcOrd="0" destOrd="0" presId="urn:microsoft.com/office/officeart/2005/8/layout/hProcess4"/>
    <dgm:cxn modelId="{D0A567EB-AF05-4ABC-BB59-D3A7A5FD13CF}" type="presParOf" srcId="{DC87B43F-ADCA-4751-ACC9-70CC369A6B6C}" destId="{5FE894F9-9C5C-4907-995C-1833835340A3}" srcOrd="1" destOrd="0" presId="urn:microsoft.com/office/officeart/2005/8/layout/hProcess4"/>
    <dgm:cxn modelId="{DFA8D414-D6FB-4548-B595-0679DF9D0808}" type="presParOf" srcId="{DC87B43F-ADCA-4751-ACC9-70CC369A6B6C}" destId="{68BF6F0D-02CD-48E6-9465-E1EA38E18009}" srcOrd="2" destOrd="0" presId="urn:microsoft.com/office/officeart/2005/8/layout/hProcess4"/>
    <dgm:cxn modelId="{180A382A-1F76-4E6A-B71C-57CFA0E8410D}" type="presParOf" srcId="{68BF6F0D-02CD-48E6-9465-E1EA38E18009}" destId="{31775A17-301F-4B96-B558-5340A06E5C9C}" srcOrd="0" destOrd="0" presId="urn:microsoft.com/office/officeart/2005/8/layout/hProcess4"/>
    <dgm:cxn modelId="{A1B22C9B-D174-46DE-B60C-D7C6CE42F53E}" type="presParOf" srcId="{31775A17-301F-4B96-B558-5340A06E5C9C}" destId="{681C24CF-8403-4EA9-B8F4-3A9E3CA8E246}" srcOrd="0" destOrd="0" presId="urn:microsoft.com/office/officeart/2005/8/layout/hProcess4"/>
    <dgm:cxn modelId="{A3E96087-75F1-46E8-8563-354ADBE3D921}" type="presParOf" srcId="{31775A17-301F-4B96-B558-5340A06E5C9C}" destId="{22D32F8D-E4A4-4B52-AB96-49C193D68996}" srcOrd="1" destOrd="0" presId="urn:microsoft.com/office/officeart/2005/8/layout/hProcess4"/>
    <dgm:cxn modelId="{EB31C9F2-0419-460F-B37E-0CAC51C2AAF3}" type="presParOf" srcId="{31775A17-301F-4B96-B558-5340A06E5C9C}" destId="{E3272BCF-1DEB-4B74-99E3-D86B14E63473}" srcOrd="2" destOrd="0" presId="urn:microsoft.com/office/officeart/2005/8/layout/hProcess4"/>
    <dgm:cxn modelId="{7D36E5FE-4539-42B7-86D1-4424479FA4C6}" type="presParOf" srcId="{31775A17-301F-4B96-B558-5340A06E5C9C}" destId="{FE8FA63B-AC48-4589-A247-C78209717990}" srcOrd="3" destOrd="0" presId="urn:microsoft.com/office/officeart/2005/8/layout/hProcess4"/>
    <dgm:cxn modelId="{CFC83019-F8F4-4233-9BCB-DEF833818E7F}" type="presParOf" srcId="{31775A17-301F-4B96-B558-5340A06E5C9C}" destId="{5813F9CA-0558-4F39-A358-006544718530}" srcOrd="4" destOrd="0" presId="urn:microsoft.com/office/officeart/2005/8/layout/hProcess4"/>
    <dgm:cxn modelId="{A80B19DB-CB2D-4A62-82EF-B7CB95DE3C0D}" type="presParOf" srcId="{68BF6F0D-02CD-48E6-9465-E1EA38E18009}" destId="{F684D5DD-3312-4D3D-AD13-325DF5DB285C}" srcOrd="1" destOrd="0" presId="urn:microsoft.com/office/officeart/2005/8/layout/hProcess4"/>
    <dgm:cxn modelId="{91B7AEAF-C9A4-4029-9F8F-FE42A595EB8F}" type="presParOf" srcId="{68BF6F0D-02CD-48E6-9465-E1EA38E18009}" destId="{C5623CD6-FA9D-476F-809A-CEA9BD6197D1}" srcOrd="2" destOrd="0" presId="urn:microsoft.com/office/officeart/2005/8/layout/hProcess4"/>
    <dgm:cxn modelId="{1E3EA370-F22B-4C09-A917-AB6E4E5326B0}" type="presParOf" srcId="{C5623CD6-FA9D-476F-809A-CEA9BD6197D1}" destId="{A64732D2-F7DE-4CD8-9804-ED7496F09C45}" srcOrd="0" destOrd="0" presId="urn:microsoft.com/office/officeart/2005/8/layout/hProcess4"/>
    <dgm:cxn modelId="{E32CC5D7-88F1-4539-B1FB-C848AC5E70EF}" type="presParOf" srcId="{C5623CD6-FA9D-476F-809A-CEA9BD6197D1}" destId="{8441A762-27BC-4540-BBB7-71FA066FB52D}" srcOrd="1" destOrd="0" presId="urn:microsoft.com/office/officeart/2005/8/layout/hProcess4"/>
    <dgm:cxn modelId="{17BC430D-A6FE-450B-9C45-5633E8A30B84}" type="presParOf" srcId="{C5623CD6-FA9D-476F-809A-CEA9BD6197D1}" destId="{E3063255-A514-478E-AC75-F1D0955F413E}" srcOrd="2" destOrd="0" presId="urn:microsoft.com/office/officeart/2005/8/layout/hProcess4"/>
    <dgm:cxn modelId="{7B5034A7-3637-4EC8-976C-3EBC264FAB65}" type="presParOf" srcId="{C5623CD6-FA9D-476F-809A-CEA9BD6197D1}" destId="{E25B5254-86FD-4333-9EE0-68E7784ED9BF}" srcOrd="3" destOrd="0" presId="urn:microsoft.com/office/officeart/2005/8/layout/hProcess4"/>
    <dgm:cxn modelId="{1EB258E6-D817-4573-A598-CD4F7D19B0C8}" type="presParOf" srcId="{C5623CD6-FA9D-476F-809A-CEA9BD6197D1}" destId="{BA9C6343-1A00-4F69-98EC-064CD230E3B1}" srcOrd="4" destOrd="0" presId="urn:microsoft.com/office/officeart/2005/8/layout/hProcess4"/>
    <dgm:cxn modelId="{6938E376-BE5E-45E6-A699-F0B8E85B688C}" type="presParOf" srcId="{68BF6F0D-02CD-48E6-9465-E1EA38E18009}" destId="{8BC51F08-90B9-42C3-8109-AC7CEBEF5173}" srcOrd="3" destOrd="0" presId="urn:microsoft.com/office/officeart/2005/8/layout/hProcess4"/>
    <dgm:cxn modelId="{2A650F08-C6C9-49EC-8614-79C0E009313A}" type="presParOf" srcId="{68BF6F0D-02CD-48E6-9465-E1EA38E18009}" destId="{AFF32724-FD2D-47A4-A779-6064992553C8}" srcOrd="4" destOrd="0" presId="urn:microsoft.com/office/officeart/2005/8/layout/hProcess4"/>
    <dgm:cxn modelId="{28F2F0F5-A62A-40EE-9535-1E4097A8BF6A}" type="presParOf" srcId="{AFF32724-FD2D-47A4-A779-6064992553C8}" destId="{7AB17CEB-8994-43DE-AD0B-77E83E5275BD}" srcOrd="0" destOrd="0" presId="urn:microsoft.com/office/officeart/2005/8/layout/hProcess4"/>
    <dgm:cxn modelId="{C73C990C-D33A-4A5B-BEE1-83C129870769}" type="presParOf" srcId="{AFF32724-FD2D-47A4-A779-6064992553C8}" destId="{CF3E962D-C4BD-4966-A2BD-D8387C80016E}" srcOrd="1" destOrd="0" presId="urn:microsoft.com/office/officeart/2005/8/layout/hProcess4"/>
    <dgm:cxn modelId="{5EB5A7E0-FBC2-47AE-B13F-D3CEA9E97681}" type="presParOf" srcId="{AFF32724-FD2D-47A4-A779-6064992553C8}" destId="{E664FDF2-711C-4EDF-B597-52E233826F08}" srcOrd="2" destOrd="0" presId="urn:microsoft.com/office/officeart/2005/8/layout/hProcess4"/>
    <dgm:cxn modelId="{F4F5CC12-8D97-4F2E-9908-2D1721FCB9A2}" type="presParOf" srcId="{AFF32724-FD2D-47A4-A779-6064992553C8}" destId="{92CC850F-F9AA-4E75-B215-100871E96B07}" srcOrd="3" destOrd="0" presId="urn:microsoft.com/office/officeart/2005/8/layout/hProcess4"/>
    <dgm:cxn modelId="{56F6104A-C6F8-4963-8340-467A0A16DBD1}" type="presParOf" srcId="{AFF32724-FD2D-47A4-A779-6064992553C8}" destId="{A8A45329-8828-4CE8-B637-A70C327E378B}" srcOrd="4" destOrd="0" presId="urn:microsoft.com/office/officeart/2005/8/layout/hProcess4"/>
    <dgm:cxn modelId="{68E90657-B0B8-4C54-B6E4-F32AC3701A71}" type="presParOf" srcId="{68BF6F0D-02CD-48E6-9465-E1EA38E18009}" destId="{E7B8AF15-5CF1-4E8A-AC58-C750B694ACD9}" srcOrd="5" destOrd="0" presId="urn:microsoft.com/office/officeart/2005/8/layout/hProcess4"/>
    <dgm:cxn modelId="{AE3413DB-FE43-436C-B7E7-F45D2AE6AFC0}" type="presParOf" srcId="{68BF6F0D-02CD-48E6-9465-E1EA38E18009}" destId="{70AE8CB6-537D-40A8-A6CD-87A8293400BD}" srcOrd="6" destOrd="0" presId="urn:microsoft.com/office/officeart/2005/8/layout/hProcess4"/>
    <dgm:cxn modelId="{B08FB26F-E863-4A4B-8409-252A4A29451B}" type="presParOf" srcId="{70AE8CB6-537D-40A8-A6CD-87A8293400BD}" destId="{3758EF30-903F-486C-9447-558D3C53DC40}" srcOrd="0" destOrd="0" presId="urn:microsoft.com/office/officeart/2005/8/layout/hProcess4"/>
    <dgm:cxn modelId="{5F5E98C8-0FCB-45A1-9025-35942C0BCA96}" type="presParOf" srcId="{70AE8CB6-537D-40A8-A6CD-87A8293400BD}" destId="{6594A6BB-1794-4C5C-987C-5A0388512949}" srcOrd="1" destOrd="0" presId="urn:microsoft.com/office/officeart/2005/8/layout/hProcess4"/>
    <dgm:cxn modelId="{65CD087E-1F0E-4498-B354-B1BCA25846A9}" type="presParOf" srcId="{70AE8CB6-537D-40A8-A6CD-87A8293400BD}" destId="{53282363-66E1-4955-8FF8-4214BF16AB2C}" srcOrd="2" destOrd="0" presId="urn:microsoft.com/office/officeart/2005/8/layout/hProcess4"/>
    <dgm:cxn modelId="{9493AED0-A45D-439C-B9BB-193CFADEE93F}" type="presParOf" srcId="{70AE8CB6-537D-40A8-A6CD-87A8293400BD}" destId="{23DDB37F-2BF3-4403-B3B9-BB570541531D}" srcOrd="3" destOrd="0" presId="urn:microsoft.com/office/officeart/2005/8/layout/hProcess4"/>
    <dgm:cxn modelId="{43E0D9F3-D24D-4CEA-953E-012BA91FD096}" type="presParOf" srcId="{70AE8CB6-537D-40A8-A6CD-87A8293400BD}" destId="{D004A97D-BED1-471F-95BE-850B67CB4AF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E17307-8019-4979-AD1E-0D2776FBE63F}" type="doc">
      <dgm:prSet loTypeId="urn:microsoft.com/office/officeart/2005/8/layout/cycle4" loCatId="matrix" qsTypeId="urn:microsoft.com/office/officeart/2005/8/quickstyle/simple1" qsCatId="simple" csTypeId="urn:microsoft.com/office/officeart/2005/8/colors/colorful1" csCatId="colorful" phldr="1"/>
      <dgm:spPr/>
      <dgm:t>
        <a:bodyPr/>
        <a:lstStyle/>
        <a:p>
          <a:endParaRPr lang="es-MX"/>
        </a:p>
      </dgm:t>
    </dgm:pt>
    <dgm:pt modelId="{508F3CA7-73AA-46C7-8A3A-3F2136A2A6E1}">
      <dgm:prSet phldrT="[Texto]" phldr="0"/>
      <dgm:spPr/>
      <dgm:t>
        <a:bodyPr/>
        <a:lstStyle/>
        <a:p>
          <a:r>
            <a:rPr lang="es-MX" b="1" dirty="0"/>
            <a:t>Modelo</a:t>
          </a:r>
        </a:p>
        <a:p>
          <a:r>
            <a:rPr lang="es-MX" dirty="0"/>
            <a:t>(Back-</a:t>
          </a:r>
          <a:r>
            <a:rPr lang="es-MX" dirty="0" err="1"/>
            <a:t>End</a:t>
          </a:r>
          <a:r>
            <a:rPr lang="es-MX" dirty="0"/>
            <a:t>)</a:t>
          </a:r>
        </a:p>
      </dgm:t>
    </dgm:pt>
    <dgm:pt modelId="{EF71BCC5-FA0C-4BFB-B5FA-FF7FABD39CE1}" type="parTrans" cxnId="{66B50F70-EEF8-4666-A66D-836A62A70576}">
      <dgm:prSet/>
      <dgm:spPr/>
      <dgm:t>
        <a:bodyPr/>
        <a:lstStyle/>
        <a:p>
          <a:endParaRPr lang="es-MX"/>
        </a:p>
      </dgm:t>
    </dgm:pt>
    <dgm:pt modelId="{9BFF6A55-7EE1-4C02-A18F-545DFB540903}" type="sibTrans" cxnId="{66B50F70-EEF8-4666-A66D-836A62A70576}">
      <dgm:prSet/>
      <dgm:spPr/>
      <dgm:t>
        <a:bodyPr/>
        <a:lstStyle/>
        <a:p>
          <a:endParaRPr lang="es-MX"/>
        </a:p>
      </dgm:t>
    </dgm:pt>
    <dgm:pt modelId="{60EA07D7-BDCE-4B0F-91F7-26AE3D19D3E9}">
      <dgm:prSet phldrT="[Texto]">
        <dgm:style>
          <a:lnRef idx="3">
            <a:schemeClr val="lt1"/>
          </a:lnRef>
          <a:fillRef idx="1">
            <a:schemeClr val="accent2"/>
          </a:fillRef>
          <a:effectRef idx="1">
            <a:schemeClr val="accent2"/>
          </a:effectRef>
          <a:fontRef idx="minor">
            <a:schemeClr val="lt1"/>
          </a:fontRef>
        </dgm:style>
      </dgm:prSet>
      <dgm:spPr/>
      <dgm:t>
        <a:bodyPr/>
        <a:lstStyle/>
        <a:p>
          <a:pPr>
            <a:buFont typeface="Arial" panose="020B0604020202020204" pitchFamily="34" charset="0"/>
            <a:buChar char="•"/>
          </a:pPr>
          <a:r>
            <a:rPr lang="es-MX" b="0" i="0" dirty="0">
              <a:solidFill>
                <a:schemeClr val="bg1"/>
              </a:solidFill>
            </a:rPr>
            <a:t>Lenguajes de Programación orientados a los servidores</a:t>
          </a:r>
          <a:endParaRPr lang="es-MX" b="0" dirty="0">
            <a:solidFill>
              <a:schemeClr val="bg1"/>
            </a:solidFill>
          </a:endParaRPr>
        </a:p>
      </dgm:t>
    </dgm:pt>
    <dgm:pt modelId="{54AD4E09-45A6-4845-A193-AC0311099914}" type="parTrans" cxnId="{820A35B2-F6A9-41B7-AD75-F4FC9A9FE358}">
      <dgm:prSet/>
      <dgm:spPr/>
      <dgm:t>
        <a:bodyPr/>
        <a:lstStyle/>
        <a:p>
          <a:endParaRPr lang="es-MX"/>
        </a:p>
      </dgm:t>
    </dgm:pt>
    <dgm:pt modelId="{5E1704B8-685E-4FCD-87BC-3D680FF6378F}" type="sibTrans" cxnId="{820A35B2-F6A9-41B7-AD75-F4FC9A9FE358}">
      <dgm:prSet/>
      <dgm:spPr/>
      <dgm:t>
        <a:bodyPr/>
        <a:lstStyle/>
        <a:p>
          <a:endParaRPr lang="es-MX"/>
        </a:p>
      </dgm:t>
    </dgm:pt>
    <dgm:pt modelId="{AB7FC216-388C-4465-919D-E2C7B6A257DC}">
      <dgm:prSet phldrT="[Texto]" phldr="0"/>
      <dgm:spPr/>
      <dgm:t>
        <a:bodyPr/>
        <a:lstStyle/>
        <a:p>
          <a:r>
            <a:rPr lang="es-MX" b="1" dirty="0"/>
            <a:t>Vista</a:t>
          </a:r>
          <a:r>
            <a:rPr lang="es-MX" dirty="0"/>
            <a:t> </a:t>
          </a:r>
        </a:p>
        <a:p>
          <a:r>
            <a:rPr lang="es-MX" dirty="0"/>
            <a:t>(Front-</a:t>
          </a:r>
          <a:r>
            <a:rPr lang="es-MX" dirty="0" err="1"/>
            <a:t>End</a:t>
          </a:r>
          <a:r>
            <a:rPr lang="es-MX" dirty="0"/>
            <a:t>)</a:t>
          </a:r>
        </a:p>
      </dgm:t>
    </dgm:pt>
    <dgm:pt modelId="{8A2305C8-ADC4-41C7-83EE-D2F6B46D7986}" type="parTrans" cxnId="{F4438C13-2FFF-4930-AAA0-63C51B8BE915}">
      <dgm:prSet/>
      <dgm:spPr/>
      <dgm:t>
        <a:bodyPr/>
        <a:lstStyle/>
        <a:p>
          <a:endParaRPr lang="es-MX"/>
        </a:p>
      </dgm:t>
    </dgm:pt>
    <dgm:pt modelId="{286EB028-C36A-4BCA-9554-1D5999F4C854}" type="sibTrans" cxnId="{F4438C13-2FFF-4930-AAA0-63C51B8BE915}">
      <dgm:prSet/>
      <dgm:spPr/>
      <dgm:t>
        <a:bodyPr/>
        <a:lstStyle/>
        <a:p>
          <a:endParaRPr lang="es-MX"/>
        </a:p>
      </dgm:t>
    </dgm:pt>
    <dgm:pt modelId="{54A71760-8092-4293-9712-E861D66C2872}">
      <dgm:prSet phldrT="[Texto]">
        <dgm:style>
          <a:lnRef idx="3">
            <a:schemeClr val="lt1"/>
          </a:lnRef>
          <a:fillRef idx="1">
            <a:schemeClr val="accent3"/>
          </a:fillRef>
          <a:effectRef idx="1">
            <a:schemeClr val="accent3"/>
          </a:effectRef>
          <a:fontRef idx="minor">
            <a:schemeClr val="lt1"/>
          </a:fontRef>
        </dgm:style>
      </dgm:prSet>
      <dgm:spPr/>
      <dgm:t>
        <a:bodyPr/>
        <a:lstStyle/>
        <a:p>
          <a:pPr>
            <a:buFont typeface="Arial" panose="020B0604020202020204" pitchFamily="34" charset="0"/>
            <a:buNone/>
          </a:pPr>
          <a:endParaRPr lang="es-MX" b="0" dirty="0">
            <a:solidFill>
              <a:schemeClr val="bg1"/>
            </a:solidFill>
          </a:endParaRPr>
        </a:p>
      </dgm:t>
    </dgm:pt>
    <dgm:pt modelId="{CEDEEC99-7219-48CB-BED3-1D29949215B5}" type="parTrans" cxnId="{4FECBDA1-8218-48AA-9317-86C255BB0738}">
      <dgm:prSet/>
      <dgm:spPr/>
      <dgm:t>
        <a:bodyPr/>
        <a:lstStyle/>
        <a:p>
          <a:endParaRPr lang="es-MX"/>
        </a:p>
      </dgm:t>
    </dgm:pt>
    <dgm:pt modelId="{D8DC0656-0906-46F2-89C3-96E3D7C3937E}" type="sibTrans" cxnId="{4FECBDA1-8218-48AA-9317-86C255BB0738}">
      <dgm:prSet/>
      <dgm:spPr/>
      <dgm:t>
        <a:bodyPr/>
        <a:lstStyle/>
        <a:p>
          <a:endParaRPr lang="es-MX"/>
        </a:p>
      </dgm:t>
    </dgm:pt>
    <dgm:pt modelId="{F0E473DD-1746-4092-863E-D93AA0C494CB}">
      <dgm:prSet phldrT="[Texto]" phldr="0"/>
      <dgm:spPr/>
      <dgm:t>
        <a:bodyPr/>
        <a:lstStyle/>
        <a:p>
          <a:r>
            <a:rPr lang="es-MX" b="1" dirty="0"/>
            <a:t>Comunicación</a:t>
          </a:r>
        </a:p>
      </dgm:t>
    </dgm:pt>
    <dgm:pt modelId="{A3CEFAEC-A3F0-4C74-82A5-AEB17CF11739}" type="parTrans" cxnId="{6A3D1EFA-858D-4855-B45B-E37821E96729}">
      <dgm:prSet/>
      <dgm:spPr/>
      <dgm:t>
        <a:bodyPr/>
        <a:lstStyle/>
        <a:p>
          <a:endParaRPr lang="es-MX"/>
        </a:p>
      </dgm:t>
    </dgm:pt>
    <dgm:pt modelId="{377E0BB6-1E2E-426C-8F2C-BE80FBE916F2}" type="sibTrans" cxnId="{6A3D1EFA-858D-4855-B45B-E37821E96729}">
      <dgm:prSet/>
      <dgm:spPr/>
      <dgm:t>
        <a:bodyPr/>
        <a:lstStyle/>
        <a:p>
          <a:endParaRPr lang="es-MX"/>
        </a:p>
      </dgm:t>
    </dgm:pt>
    <dgm:pt modelId="{FDA9A38D-1A4C-4B3E-A8ED-8D52CC758451}">
      <dgm:prSet phldrT="[Texto]" phldr="0">
        <dgm:style>
          <a:lnRef idx="3">
            <a:schemeClr val="lt1"/>
          </a:lnRef>
          <a:fillRef idx="1">
            <a:schemeClr val="accent4"/>
          </a:fillRef>
          <a:effectRef idx="1">
            <a:schemeClr val="accent4"/>
          </a:effectRef>
          <a:fontRef idx="minor">
            <a:schemeClr val="lt1"/>
          </a:fontRef>
        </dgm:style>
      </dgm:prSet>
      <dgm:spPr/>
      <dgm:t>
        <a:bodyPr/>
        <a:lstStyle/>
        <a:p>
          <a:r>
            <a:rPr lang="es-MX" dirty="0">
              <a:solidFill>
                <a:schemeClr val="bg1"/>
              </a:solidFill>
            </a:rPr>
            <a:t>API</a:t>
          </a:r>
        </a:p>
      </dgm:t>
    </dgm:pt>
    <dgm:pt modelId="{152157DE-92FB-4E32-AB28-5940F8BF247F}" type="parTrans" cxnId="{6CF848BA-932C-4A02-8D01-3A841788D02E}">
      <dgm:prSet/>
      <dgm:spPr/>
      <dgm:t>
        <a:bodyPr/>
        <a:lstStyle/>
        <a:p>
          <a:endParaRPr lang="es-MX"/>
        </a:p>
      </dgm:t>
    </dgm:pt>
    <dgm:pt modelId="{A4261EA4-42AC-4830-B036-9A4A60EDBEA3}" type="sibTrans" cxnId="{6CF848BA-932C-4A02-8D01-3A841788D02E}">
      <dgm:prSet/>
      <dgm:spPr/>
      <dgm:t>
        <a:bodyPr/>
        <a:lstStyle/>
        <a:p>
          <a:endParaRPr lang="es-MX"/>
        </a:p>
      </dgm:t>
    </dgm:pt>
    <dgm:pt modelId="{A988F7AD-10D0-4A0C-9DED-B64AF3725BA9}">
      <dgm:prSet phldrT="[Texto]" phldr="0"/>
      <dgm:spPr/>
      <dgm:t>
        <a:bodyPr/>
        <a:lstStyle/>
        <a:p>
          <a:r>
            <a:rPr lang="es-MX" b="1" dirty="0"/>
            <a:t>Arquitectura</a:t>
          </a:r>
        </a:p>
      </dgm:t>
    </dgm:pt>
    <dgm:pt modelId="{C0A5047B-83BC-4DD0-B2D5-9536B565E539}" type="parTrans" cxnId="{BD3AD271-554A-4AB7-94BB-F2CAC305A94D}">
      <dgm:prSet/>
      <dgm:spPr/>
      <dgm:t>
        <a:bodyPr/>
        <a:lstStyle/>
        <a:p>
          <a:endParaRPr lang="es-MX"/>
        </a:p>
      </dgm:t>
    </dgm:pt>
    <dgm:pt modelId="{DD7B8676-DC68-4033-B101-D71B1833327C}" type="sibTrans" cxnId="{BD3AD271-554A-4AB7-94BB-F2CAC305A94D}">
      <dgm:prSet/>
      <dgm:spPr/>
      <dgm:t>
        <a:bodyPr/>
        <a:lstStyle/>
        <a:p>
          <a:endParaRPr lang="es-MX"/>
        </a:p>
      </dgm:t>
    </dgm:pt>
    <dgm:pt modelId="{B11B0BE8-0971-4D83-B3E2-02C7326B0CF9}">
      <dgm:prSet phldrT="[Texto]" phldr="0" custT="1">
        <dgm:style>
          <a:lnRef idx="3">
            <a:schemeClr val="lt1"/>
          </a:lnRef>
          <a:fillRef idx="1">
            <a:schemeClr val="accent5"/>
          </a:fillRef>
          <a:effectRef idx="1">
            <a:schemeClr val="accent5"/>
          </a:effectRef>
          <a:fontRef idx="minor">
            <a:schemeClr val="lt1"/>
          </a:fontRef>
        </dgm:style>
      </dgm:prSet>
      <dgm:spPr/>
      <dgm:t>
        <a:bodyPr/>
        <a:lstStyle/>
        <a:p>
          <a:r>
            <a:rPr lang="es-MX" sz="1100" dirty="0">
              <a:solidFill>
                <a:schemeClr val="bg1"/>
              </a:solidFill>
            </a:rPr>
            <a:t>MVC</a:t>
          </a:r>
        </a:p>
      </dgm:t>
    </dgm:pt>
    <dgm:pt modelId="{844940F8-9EED-40A6-AF27-717750B0F4E4}" type="parTrans" cxnId="{304AB3FE-B0A3-4B10-BB7A-1EB7F54681EA}">
      <dgm:prSet/>
      <dgm:spPr/>
      <dgm:t>
        <a:bodyPr/>
        <a:lstStyle/>
        <a:p>
          <a:endParaRPr lang="es-MX"/>
        </a:p>
      </dgm:t>
    </dgm:pt>
    <dgm:pt modelId="{03EF1142-AE48-4041-A5A7-A38933CDD5B9}" type="sibTrans" cxnId="{304AB3FE-B0A3-4B10-BB7A-1EB7F54681EA}">
      <dgm:prSet/>
      <dgm:spPr/>
      <dgm:t>
        <a:bodyPr/>
        <a:lstStyle/>
        <a:p>
          <a:endParaRPr lang="es-MX"/>
        </a:p>
      </dgm:t>
    </dgm:pt>
    <dgm:pt modelId="{96096210-2189-4B82-9BD9-0534B25FED1B}">
      <dgm:prSet phldrT="[Texto]" phldr="0" custT="1">
        <dgm:style>
          <a:lnRef idx="3">
            <a:schemeClr val="lt1"/>
          </a:lnRef>
          <a:fillRef idx="1">
            <a:schemeClr val="accent5"/>
          </a:fillRef>
          <a:effectRef idx="1">
            <a:schemeClr val="accent5"/>
          </a:effectRef>
          <a:fontRef idx="minor">
            <a:schemeClr val="lt1"/>
          </a:fontRef>
        </dgm:style>
      </dgm:prSet>
      <dgm:spPr/>
      <dgm:t>
        <a:bodyPr/>
        <a:lstStyle/>
        <a:p>
          <a:r>
            <a:rPr lang="es-MX" sz="1100" dirty="0">
              <a:solidFill>
                <a:schemeClr val="bg1"/>
              </a:solidFill>
            </a:rPr>
            <a:t>MVP</a:t>
          </a:r>
        </a:p>
      </dgm:t>
    </dgm:pt>
    <dgm:pt modelId="{31A73608-88E8-43B8-AE07-97D9665AB313}" type="parTrans" cxnId="{B038883A-F7F2-442C-842F-CE5EE5FC9ABC}">
      <dgm:prSet/>
      <dgm:spPr/>
      <dgm:t>
        <a:bodyPr/>
        <a:lstStyle/>
        <a:p>
          <a:endParaRPr lang="es-MX"/>
        </a:p>
      </dgm:t>
    </dgm:pt>
    <dgm:pt modelId="{4F2C63AC-EAC2-43BC-9904-5BCD7C447D9B}" type="sibTrans" cxnId="{B038883A-F7F2-442C-842F-CE5EE5FC9ABC}">
      <dgm:prSet/>
      <dgm:spPr/>
      <dgm:t>
        <a:bodyPr/>
        <a:lstStyle/>
        <a:p>
          <a:endParaRPr lang="es-MX"/>
        </a:p>
      </dgm:t>
    </dgm:pt>
    <dgm:pt modelId="{E8400E8C-0704-4C1B-AFCE-2409D2AF6BD7}">
      <dgm:prSet phldrT="[Texto]" phldr="0">
        <dgm:style>
          <a:lnRef idx="3">
            <a:schemeClr val="lt1"/>
          </a:lnRef>
          <a:fillRef idx="1">
            <a:schemeClr val="accent4"/>
          </a:fillRef>
          <a:effectRef idx="1">
            <a:schemeClr val="accent4"/>
          </a:effectRef>
          <a:fontRef idx="minor">
            <a:schemeClr val="lt1"/>
          </a:fontRef>
        </dgm:style>
      </dgm:prSet>
      <dgm:spPr/>
      <dgm:t>
        <a:bodyPr/>
        <a:lstStyle/>
        <a:p>
          <a:r>
            <a:rPr lang="es-MX" dirty="0">
              <a:solidFill>
                <a:schemeClr val="bg1"/>
              </a:solidFill>
            </a:rPr>
            <a:t>UI Bridge</a:t>
          </a:r>
        </a:p>
      </dgm:t>
    </dgm:pt>
    <dgm:pt modelId="{56FE59BF-A55D-4D9E-A6BD-E828CC42E7FE}" type="parTrans" cxnId="{B6157386-6C70-4999-9F67-39415F33EE57}">
      <dgm:prSet/>
      <dgm:spPr/>
      <dgm:t>
        <a:bodyPr/>
        <a:lstStyle/>
        <a:p>
          <a:endParaRPr lang="es-MX"/>
        </a:p>
      </dgm:t>
    </dgm:pt>
    <dgm:pt modelId="{4C0EEBA6-0CAC-409E-9DED-CEE41EF3858B}" type="sibTrans" cxnId="{B6157386-6C70-4999-9F67-39415F33EE57}">
      <dgm:prSet/>
      <dgm:spPr/>
      <dgm:t>
        <a:bodyPr/>
        <a:lstStyle/>
        <a:p>
          <a:endParaRPr lang="es-MX"/>
        </a:p>
      </dgm:t>
    </dgm:pt>
    <dgm:pt modelId="{24797A68-E9AA-434C-B409-DD8FCD2FB423}">
      <dgm:prSet phldrT="[Texto]">
        <dgm:style>
          <a:lnRef idx="3">
            <a:schemeClr val="lt1"/>
          </a:lnRef>
          <a:fillRef idx="1">
            <a:schemeClr val="accent2"/>
          </a:fillRef>
          <a:effectRef idx="1">
            <a:schemeClr val="accent2"/>
          </a:effectRef>
          <a:fontRef idx="minor">
            <a:schemeClr val="lt1"/>
          </a:fontRef>
        </dgm:style>
      </dgm:prSet>
      <dgm:spPr/>
      <dgm:t>
        <a:bodyPr/>
        <a:lstStyle/>
        <a:p>
          <a:pPr>
            <a:buNone/>
          </a:pPr>
          <a:endParaRPr lang="es-MX" dirty="0"/>
        </a:p>
      </dgm:t>
    </dgm:pt>
    <dgm:pt modelId="{C78D0BE6-9643-4C6E-BCB1-CA337960B3BB}" type="parTrans" cxnId="{C5A9DAE3-9D0B-47C3-BBB3-E89CFB16FB49}">
      <dgm:prSet/>
      <dgm:spPr/>
      <dgm:t>
        <a:bodyPr/>
        <a:lstStyle/>
        <a:p>
          <a:endParaRPr lang="es-MX"/>
        </a:p>
      </dgm:t>
    </dgm:pt>
    <dgm:pt modelId="{AC610A03-FCB5-4A55-89CF-0BA374FB5C45}" type="sibTrans" cxnId="{C5A9DAE3-9D0B-47C3-BBB3-E89CFB16FB49}">
      <dgm:prSet/>
      <dgm:spPr/>
      <dgm:t>
        <a:bodyPr/>
        <a:lstStyle/>
        <a:p>
          <a:endParaRPr lang="es-MX"/>
        </a:p>
      </dgm:t>
    </dgm:pt>
    <dgm:pt modelId="{EB406405-5401-40E5-9EA9-1778AABDAE58}">
      <dgm:prSet phldrT="[Texto]">
        <dgm:style>
          <a:lnRef idx="3">
            <a:schemeClr val="lt1"/>
          </a:lnRef>
          <a:fillRef idx="1">
            <a:schemeClr val="accent2"/>
          </a:fillRef>
          <a:effectRef idx="1">
            <a:schemeClr val="accent2"/>
          </a:effectRef>
          <a:fontRef idx="minor">
            <a:schemeClr val="lt1"/>
          </a:fontRef>
        </dgm:style>
      </dgm:prSet>
      <dgm:spPr/>
      <dgm:t>
        <a:bodyPr/>
        <a:lstStyle/>
        <a:p>
          <a:pPr>
            <a:buFont typeface="Arial" panose="020B0604020202020204" pitchFamily="34" charset="0"/>
            <a:buChar char="•"/>
          </a:pPr>
          <a:r>
            <a:rPr lang="es-MX" b="0" i="0" dirty="0" err="1">
              <a:solidFill>
                <a:schemeClr val="bg1"/>
              </a:solidFill>
            </a:rPr>
            <a:t>Frameworks</a:t>
          </a:r>
          <a:r>
            <a:rPr lang="es-MX" b="0" i="0" dirty="0">
              <a:solidFill>
                <a:schemeClr val="bg1"/>
              </a:solidFill>
            </a:rPr>
            <a:t> de </a:t>
          </a:r>
          <a:r>
            <a:rPr lang="es-MX" b="0" i="0" dirty="0" err="1">
              <a:solidFill>
                <a:schemeClr val="bg1"/>
              </a:solidFill>
            </a:rPr>
            <a:t>Backend</a:t>
          </a:r>
          <a:endParaRPr lang="es-MX" b="0" dirty="0">
            <a:solidFill>
              <a:schemeClr val="bg1"/>
            </a:solidFill>
          </a:endParaRPr>
        </a:p>
      </dgm:t>
    </dgm:pt>
    <dgm:pt modelId="{77028D84-B3FD-45B1-852D-8BB625014736}" type="parTrans" cxnId="{C0580904-1141-46EB-8D58-F01D6AFAC402}">
      <dgm:prSet/>
      <dgm:spPr/>
      <dgm:t>
        <a:bodyPr/>
        <a:lstStyle/>
        <a:p>
          <a:endParaRPr lang="es-MX"/>
        </a:p>
      </dgm:t>
    </dgm:pt>
    <dgm:pt modelId="{416A61EF-7D0D-42D5-88A7-35EF6E922E49}" type="sibTrans" cxnId="{C0580904-1141-46EB-8D58-F01D6AFAC402}">
      <dgm:prSet/>
      <dgm:spPr/>
      <dgm:t>
        <a:bodyPr/>
        <a:lstStyle/>
        <a:p>
          <a:endParaRPr lang="es-MX"/>
        </a:p>
      </dgm:t>
    </dgm:pt>
    <dgm:pt modelId="{A7DFCFBA-6A0D-47E1-A4F0-0F31DD0FBACA}">
      <dgm:prSet phldrT="[Texto]">
        <dgm:style>
          <a:lnRef idx="3">
            <a:schemeClr val="lt1"/>
          </a:lnRef>
          <a:fillRef idx="1">
            <a:schemeClr val="accent2"/>
          </a:fillRef>
          <a:effectRef idx="1">
            <a:schemeClr val="accent2"/>
          </a:effectRef>
          <a:fontRef idx="minor">
            <a:schemeClr val="lt1"/>
          </a:fontRef>
        </dgm:style>
      </dgm:prSet>
      <dgm:spPr/>
      <dgm:t>
        <a:bodyPr/>
        <a:lstStyle/>
        <a:p>
          <a:pPr>
            <a:buFont typeface="Arial" panose="020B0604020202020204" pitchFamily="34" charset="0"/>
            <a:buChar char="•"/>
          </a:pPr>
          <a:r>
            <a:rPr lang="es-MX" b="1" i="0" dirty="0">
              <a:solidFill>
                <a:schemeClr val="bg1"/>
              </a:solidFill>
            </a:rPr>
            <a:t>Bases de Datos</a:t>
          </a:r>
          <a:endParaRPr lang="es-MX" b="1" dirty="0">
            <a:solidFill>
              <a:schemeClr val="bg1"/>
            </a:solidFill>
          </a:endParaRPr>
        </a:p>
      </dgm:t>
    </dgm:pt>
    <dgm:pt modelId="{14C7AFB5-18D2-491F-8410-751D9CCBD8E3}" type="parTrans" cxnId="{5E0DD67D-3AB2-47D1-8324-53CA2786B0CA}">
      <dgm:prSet/>
      <dgm:spPr/>
      <dgm:t>
        <a:bodyPr/>
        <a:lstStyle/>
        <a:p>
          <a:endParaRPr lang="es-MX"/>
        </a:p>
      </dgm:t>
    </dgm:pt>
    <dgm:pt modelId="{651448BB-5231-481B-9E13-9CA93632D3C7}" type="sibTrans" cxnId="{5E0DD67D-3AB2-47D1-8324-53CA2786B0CA}">
      <dgm:prSet/>
      <dgm:spPr/>
      <dgm:t>
        <a:bodyPr/>
        <a:lstStyle/>
        <a:p>
          <a:endParaRPr lang="es-MX"/>
        </a:p>
      </dgm:t>
    </dgm:pt>
    <dgm:pt modelId="{D4B40D4D-FA5A-4BA5-B893-2EE22E84D4D5}">
      <dgm:prSet phldrT="[Texto]">
        <dgm:style>
          <a:lnRef idx="3">
            <a:schemeClr val="lt1"/>
          </a:lnRef>
          <a:fillRef idx="1">
            <a:schemeClr val="accent3"/>
          </a:fillRef>
          <a:effectRef idx="1">
            <a:schemeClr val="accent3"/>
          </a:effectRef>
          <a:fontRef idx="minor">
            <a:schemeClr val="lt1"/>
          </a:fontRef>
        </dgm:style>
      </dgm:prSet>
      <dgm:spPr/>
      <dgm:t>
        <a:bodyPr/>
        <a:lstStyle/>
        <a:p>
          <a:pPr>
            <a:buFont typeface="Arial" panose="020B0604020202020204" pitchFamily="34" charset="0"/>
            <a:buChar char="•"/>
          </a:pPr>
          <a:r>
            <a:rPr lang="es-MX" b="0" i="0" dirty="0">
              <a:solidFill>
                <a:schemeClr val="bg1"/>
              </a:solidFill>
            </a:rPr>
            <a:t>Componentes Visuales</a:t>
          </a:r>
          <a:endParaRPr lang="es-MX" b="0" dirty="0">
            <a:solidFill>
              <a:schemeClr val="bg1"/>
            </a:solidFill>
          </a:endParaRPr>
        </a:p>
      </dgm:t>
    </dgm:pt>
    <dgm:pt modelId="{84B320E3-E55D-4F89-90E6-810D79AA3262}" type="parTrans" cxnId="{59709FD7-6328-492E-9FBF-9EF01EB5AD65}">
      <dgm:prSet/>
      <dgm:spPr/>
      <dgm:t>
        <a:bodyPr/>
        <a:lstStyle/>
        <a:p>
          <a:endParaRPr lang="es-MX"/>
        </a:p>
      </dgm:t>
    </dgm:pt>
    <dgm:pt modelId="{F01345DF-201C-415A-84E2-E3A7F44A415E}" type="sibTrans" cxnId="{59709FD7-6328-492E-9FBF-9EF01EB5AD65}">
      <dgm:prSet/>
      <dgm:spPr/>
      <dgm:t>
        <a:bodyPr/>
        <a:lstStyle/>
        <a:p>
          <a:endParaRPr lang="es-MX"/>
        </a:p>
      </dgm:t>
    </dgm:pt>
    <dgm:pt modelId="{DE165BFD-FD55-44AB-95C8-973EEF3DAAF2}">
      <dgm:prSet phldrT="[Texto]">
        <dgm:style>
          <a:lnRef idx="3">
            <a:schemeClr val="lt1"/>
          </a:lnRef>
          <a:fillRef idx="1">
            <a:schemeClr val="accent3"/>
          </a:fillRef>
          <a:effectRef idx="1">
            <a:schemeClr val="accent3"/>
          </a:effectRef>
          <a:fontRef idx="minor">
            <a:schemeClr val="lt1"/>
          </a:fontRef>
        </dgm:style>
      </dgm:prSet>
      <dgm:spPr/>
      <dgm:t>
        <a:bodyPr/>
        <a:lstStyle/>
        <a:p>
          <a:pPr>
            <a:buFont typeface="Arial" panose="020B0604020202020204" pitchFamily="34" charset="0"/>
            <a:buChar char="•"/>
          </a:pPr>
          <a:r>
            <a:rPr lang="es-ES" b="0" i="0" dirty="0">
              <a:solidFill>
                <a:schemeClr val="bg1"/>
              </a:solidFill>
            </a:rPr>
            <a:t>Sistema de Ventanas y Renderizado</a:t>
          </a:r>
          <a:endParaRPr lang="es-MX" b="0" dirty="0">
            <a:solidFill>
              <a:schemeClr val="bg1"/>
            </a:solidFill>
          </a:endParaRPr>
        </a:p>
      </dgm:t>
    </dgm:pt>
    <dgm:pt modelId="{838ED40A-9977-4C16-BDCB-B5520A2972D1}" type="parTrans" cxnId="{F17F4111-38BB-467B-B093-05DAB4909FB1}">
      <dgm:prSet/>
      <dgm:spPr/>
      <dgm:t>
        <a:bodyPr/>
        <a:lstStyle/>
        <a:p>
          <a:endParaRPr lang="es-MX"/>
        </a:p>
      </dgm:t>
    </dgm:pt>
    <dgm:pt modelId="{F2767523-2EF2-462E-916E-03CA833C5451}" type="sibTrans" cxnId="{F17F4111-38BB-467B-B093-05DAB4909FB1}">
      <dgm:prSet/>
      <dgm:spPr/>
      <dgm:t>
        <a:bodyPr/>
        <a:lstStyle/>
        <a:p>
          <a:endParaRPr lang="es-MX"/>
        </a:p>
      </dgm:t>
    </dgm:pt>
    <dgm:pt modelId="{258A3B0D-69F9-4906-BEEA-EE4DF6EA76A3}">
      <dgm:prSet phldrT="[Texto]" phldr="0">
        <dgm:style>
          <a:lnRef idx="3">
            <a:schemeClr val="lt1"/>
          </a:lnRef>
          <a:fillRef idx="1">
            <a:schemeClr val="accent4"/>
          </a:fillRef>
          <a:effectRef idx="1">
            <a:schemeClr val="accent4"/>
          </a:effectRef>
          <a:fontRef idx="minor">
            <a:schemeClr val="lt1"/>
          </a:fontRef>
        </dgm:style>
      </dgm:prSet>
      <dgm:spPr/>
      <dgm:t>
        <a:bodyPr/>
        <a:lstStyle/>
        <a:p>
          <a:pPr>
            <a:buFont typeface="Arial" panose="020B0604020202020204" pitchFamily="34" charset="0"/>
            <a:buChar char="•"/>
          </a:pPr>
          <a:r>
            <a:rPr lang="es-MX" b="0" i="0" dirty="0">
              <a:solidFill>
                <a:schemeClr val="bg1"/>
              </a:solidFill>
            </a:rPr>
            <a:t>Web-Sockets</a:t>
          </a:r>
          <a:endParaRPr lang="es-MX" b="0" dirty="0">
            <a:solidFill>
              <a:schemeClr val="bg1"/>
            </a:solidFill>
          </a:endParaRPr>
        </a:p>
      </dgm:t>
    </dgm:pt>
    <dgm:pt modelId="{210B8C58-33A8-4FFA-8D1E-CBFC5A8D0037}" type="parTrans" cxnId="{49CCAE8E-A18D-41D1-94F5-0EE8C435269D}">
      <dgm:prSet/>
      <dgm:spPr/>
      <dgm:t>
        <a:bodyPr/>
        <a:lstStyle/>
        <a:p>
          <a:endParaRPr lang="es-MX"/>
        </a:p>
      </dgm:t>
    </dgm:pt>
    <dgm:pt modelId="{A6BAD638-5AEA-4EC8-B3AB-DCF5256428D9}" type="sibTrans" cxnId="{49CCAE8E-A18D-41D1-94F5-0EE8C435269D}">
      <dgm:prSet/>
      <dgm:spPr/>
      <dgm:t>
        <a:bodyPr/>
        <a:lstStyle/>
        <a:p>
          <a:endParaRPr lang="es-MX"/>
        </a:p>
      </dgm:t>
    </dgm:pt>
    <dgm:pt modelId="{B9B07286-ACD4-43A5-B874-5C6AEE99AC29}">
      <dgm:prSet phldrT="[Texto]" phldr="0" custT="1">
        <dgm:style>
          <a:lnRef idx="3">
            <a:schemeClr val="lt1"/>
          </a:lnRef>
          <a:fillRef idx="1">
            <a:schemeClr val="accent5"/>
          </a:fillRef>
          <a:effectRef idx="1">
            <a:schemeClr val="accent5"/>
          </a:effectRef>
          <a:fontRef idx="minor">
            <a:schemeClr val="lt1"/>
          </a:fontRef>
        </dgm:style>
      </dgm:prSet>
      <dgm:spPr/>
      <dgm:t>
        <a:bodyPr/>
        <a:lstStyle/>
        <a:p>
          <a:r>
            <a:rPr lang="es-MX" sz="1100" dirty="0">
              <a:solidFill>
                <a:schemeClr val="bg1"/>
              </a:solidFill>
            </a:rPr>
            <a:t>MVVM</a:t>
          </a:r>
        </a:p>
      </dgm:t>
    </dgm:pt>
    <dgm:pt modelId="{F1CF41C0-925B-4951-AC99-FEA4515D0675}" type="parTrans" cxnId="{E023E7D2-1B93-4B56-A6DB-954B8F3A8262}">
      <dgm:prSet/>
      <dgm:spPr/>
      <dgm:t>
        <a:bodyPr/>
        <a:lstStyle/>
        <a:p>
          <a:endParaRPr lang="es-MX"/>
        </a:p>
      </dgm:t>
    </dgm:pt>
    <dgm:pt modelId="{94796246-450C-4F54-89CF-BC5BA51A2353}" type="sibTrans" cxnId="{E023E7D2-1B93-4B56-A6DB-954B8F3A8262}">
      <dgm:prSet/>
      <dgm:spPr/>
      <dgm:t>
        <a:bodyPr/>
        <a:lstStyle/>
        <a:p>
          <a:endParaRPr lang="es-MX"/>
        </a:p>
      </dgm:t>
    </dgm:pt>
    <dgm:pt modelId="{CB85DA5B-B84A-4207-A94F-32C7A804A5D4}" type="pres">
      <dgm:prSet presAssocID="{33E17307-8019-4979-AD1E-0D2776FBE63F}" presName="cycleMatrixDiagram" presStyleCnt="0">
        <dgm:presLayoutVars>
          <dgm:chMax val="1"/>
          <dgm:dir/>
          <dgm:animLvl val="lvl"/>
          <dgm:resizeHandles val="exact"/>
        </dgm:presLayoutVars>
      </dgm:prSet>
      <dgm:spPr/>
    </dgm:pt>
    <dgm:pt modelId="{6A597667-C7A1-437A-A1C9-979727DB52E4}" type="pres">
      <dgm:prSet presAssocID="{33E17307-8019-4979-AD1E-0D2776FBE63F}" presName="children" presStyleCnt="0"/>
      <dgm:spPr/>
    </dgm:pt>
    <dgm:pt modelId="{4FC655C8-B02A-4FB5-B221-41AB372864F2}" type="pres">
      <dgm:prSet presAssocID="{33E17307-8019-4979-AD1E-0D2776FBE63F}" presName="child1group" presStyleCnt="0"/>
      <dgm:spPr/>
    </dgm:pt>
    <dgm:pt modelId="{F68833E8-9B90-47A7-BA0B-05A0465E3B33}" type="pres">
      <dgm:prSet presAssocID="{33E17307-8019-4979-AD1E-0D2776FBE63F}" presName="child1" presStyleLbl="bgAcc1" presStyleIdx="0" presStyleCnt="4"/>
      <dgm:spPr/>
    </dgm:pt>
    <dgm:pt modelId="{C2BFF18E-3E9B-4990-981B-2A7981B79B72}" type="pres">
      <dgm:prSet presAssocID="{33E17307-8019-4979-AD1E-0D2776FBE63F}" presName="child1Text" presStyleLbl="bgAcc1" presStyleIdx="0" presStyleCnt="4">
        <dgm:presLayoutVars>
          <dgm:bulletEnabled val="1"/>
        </dgm:presLayoutVars>
      </dgm:prSet>
      <dgm:spPr/>
    </dgm:pt>
    <dgm:pt modelId="{491582BE-1716-4E81-B143-BEA51665BA8A}" type="pres">
      <dgm:prSet presAssocID="{33E17307-8019-4979-AD1E-0D2776FBE63F}" presName="child2group" presStyleCnt="0"/>
      <dgm:spPr/>
    </dgm:pt>
    <dgm:pt modelId="{94C8FBA1-A20A-4846-90C6-41F09EAD0E46}" type="pres">
      <dgm:prSet presAssocID="{33E17307-8019-4979-AD1E-0D2776FBE63F}" presName="child2" presStyleLbl="bgAcc1" presStyleIdx="1" presStyleCnt="4"/>
      <dgm:spPr/>
    </dgm:pt>
    <dgm:pt modelId="{178EB366-C4FC-4D77-B4C9-5B621DC03526}" type="pres">
      <dgm:prSet presAssocID="{33E17307-8019-4979-AD1E-0D2776FBE63F}" presName="child2Text" presStyleLbl="bgAcc1" presStyleIdx="1" presStyleCnt="4">
        <dgm:presLayoutVars>
          <dgm:bulletEnabled val="1"/>
        </dgm:presLayoutVars>
      </dgm:prSet>
      <dgm:spPr/>
    </dgm:pt>
    <dgm:pt modelId="{1240E6D8-2354-4C4F-8551-B3D81D134DEC}" type="pres">
      <dgm:prSet presAssocID="{33E17307-8019-4979-AD1E-0D2776FBE63F}" presName="child3group" presStyleCnt="0"/>
      <dgm:spPr/>
    </dgm:pt>
    <dgm:pt modelId="{2773B687-56B8-4E3A-903B-69140DFF0D90}" type="pres">
      <dgm:prSet presAssocID="{33E17307-8019-4979-AD1E-0D2776FBE63F}" presName="child3" presStyleLbl="bgAcc1" presStyleIdx="2" presStyleCnt="4" custLinFactNeighborX="10319" custLinFactNeighborY="-1562"/>
      <dgm:spPr/>
    </dgm:pt>
    <dgm:pt modelId="{A9E0A4AE-8160-45C4-90FE-3B7F778688E9}" type="pres">
      <dgm:prSet presAssocID="{33E17307-8019-4979-AD1E-0D2776FBE63F}" presName="child3Text" presStyleLbl="bgAcc1" presStyleIdx="2" presStyleCnt="4">
        <dgm:presLayoutVars>
          <dgm:bulletEnabled val="1"/>
        </dgm:presLayoutVars>
      </dgm:prSet>
      <dgm:spPr/>
    </dgm:pt>
    <dgm:pt modelId="{64AAEC6B-6AE5-4421-A57C-148BC9CA914B}" type="pres">
      <dgm:prSet presAssocID="{33E17307-8019-4979-AD1E-0D2776FBE63F}" presName="child4group" presStyleCnt="0"/>
      <dgm:spPr/>
    </dgm:pt>
    <dgm:pt modelId="{8A8B7492-1FAE-47A6-BBC1-E2A5B45EFF4E}" type="pres">
      <dgm:prSet presAssocID="{33E17307-8019-4979-AD1E-0D2776FBE63F}" presName="child4" presStyleLbl="bgAcc1" presStyleIdx="3" presStyleCnt="4"/>
      <dgm:spPr/>
    </dgm:pt>
    <dgm:pt modelId="{DF1A52A6-5C1B-46BF-864D-9581481D70E6}" type="pres">
      <dgm:prSet presAssocID="{33E17307-8019-4979-AD1E-0D2776FBE63F}" presName="child4Text" presStyleLbl="bgAcc1" presStyleIdx="3" presStyleCnt="4">
        <dgm:presLayoutVars>
          <dgm:bulletEnabled val="1"/>
        </dgm:presLayoutVars>
      </dgm:prSet>
      <dgm:spPr/>
    </dgm:pt>
    <dgm:pt modelId="{D02EB29C-E1CF-445C-9642-86B86FBFA041}" type="pres">
      <dgm:prSet presAssocID="{33E17307-8019-4979-AD1E-0D2776FBE63F}" presName="childPlaceholder" presStyleCnt="0"/>
      <dgm:spPr/>
    </dgm:pt>
    <dgm:pt modelId="{311D0BFF-D323-471F-A0D2-13E437053B83}" type="pres">
      <dgm:prSet presAssocID="{33E17307-8019-4979-AD1E-0D2776FBE63F}" presName="circle" presStyleCnt="0"/>
      <dgm:spPr/>
    </dgm:pt>
    <dgm:pt modelId="{03D301D0-BF43-4EBA-BFE5-DC59D8E0F571}" type="pres">
      <dgm:prSet presAssocID="{33E17307-8019-4979-AD1E-0D2776FBE63F}" presName="quadrant1" presStyleLbl="node1" presStyleIdx="0" presStyleCnt="4">
        <dgm:presLayoutVars>
          <dgm:chMax val="1"/>
          <dgm:bulletEnabled val="1"/>
        </dgm:presLayoutVars>
      </dgm:prSet>
      <dgm:spPr/>
    </dgm:pt>
    <dgm:pt modelId="{D3AC57AE-2944-4F9C-94CB-C1751B25C631}" type="pres">
      <dgm:prSet presAssocID="{33E17307-8019-4979-AD1E-0D2776FBE63F}" presName="quadrant2" presStyleLbl="node1" presStyleIdx="1" presStyleCnt="4">
        <dgm:presLayoutVars>
          <dgm:chMax val="1"/>
          <dgm:bulletEnabled val="1"/>
        </dgm:presLayoutVars>
      </dgm:prSet>
      <dgm:spPr/>
    </dgm:pt>
    <dgm:pt modelId="{A29580B8-8635-46F6-9625-2936CACC70EB}" type="pres">
      <dgm:prSet presAssocID="{33E17307-8019-4979-AD1E-0D2776FBE63F}" presName="quadrant3" presStyleLbl="node1" presStyleIdx="2" presStyleCnt="4">
        <dgm:presLayoutVars>
          <dgm:chMax val="1"/>
          <dgm:bulletEnabled val="1"/>
        </dgm:presLayoutVars>
      </dgm:prSet>
      <dgm:spPr/>
    </dgm:pt>
    <dgm:pt modelId="{3C91AFB5-8FF8-4118-9F46-D0C45DCEB885}" type="pres">
      <dgm:prSet presAssocID="{33E17307-8019-4979-AD1E-0D2776FBE63F}" presName="quadrant4" presStyleLbl="node1" presStyleIdx="3" presStyleCnt="4">
        <dgm:presLayoutVars>
          <dgm:chMax val="1"/>
          <dgm:bulletEnabled val="1"/>
        </dgm:presLayoutVars>
      </dgm:prSet>
      <dgm:spPr/>
    </dgm:pt>
    <dgm:pt modelId="{665A763D-C077-4C0C-ACD2-491D94E3BA78}" type="pres">
      <dgm:prSet presAssocID="{33E17307-8019-4979-AD1E-0D2776FBE63F}" presName="quadrantPlaceholder" presStyleCnt="0"/>
      <dgm:spPr/>
    </dgm:pt>
    <dgm:pt modelId="{17857680-365F-4BE9-B707-D1DF13ACF3B8}" type="pres">
      <dgm:prSet presAssocID="{33E17307-8019-4979-AD1E-0D2776FBE63F}" presName="center1" presStyleLbl="fgShp" presStyleIdx="0" presStyleCnt="2" custAng="16200000" custScaleX="47032" custScaleY="57240" custLinFactNeighborX="-37527" custLinFactNeighborY="19231"/>
      <dgm:spPr/>
    </dgm:pt>
    <dgm:pt modelId="{48F23402-9E97-4493-902E-8FAB356A65CC}" type="pres">
      <dgm:prSet presAssocID="{33E17307-8019-4979-AD1E-0D2776FBE63F}" presName="center2" presStyleLbl="fgShp" presStyleIdx="1" presStyleCnt="2" custAng="16200000" custScaleX="45843" custScaleY="47360" custLinFactNeighborX="36722" custLinFactNeighborY="-23608"/>
      <dgm:spPr/>
    </dgm:pt>
  </dgm:ptLst>
  <dgm:cxnLst>
    <dgm:cxn modelId="{AD5D6903-CE1A-433D-869D-86AE84BE80D3}" type="presOf" srcId="{D4B40D4D-FA5A-4BA5-B893-2EE22E84D4D5}" destId="{178EB366-C4FC-4D77-B4C9-5B621DC03526}" srcOrd="1" destOrd="1" presId="urn:microsoft.com/office/officeart/2005/8/layout/cycle4"/>
    <dgm:cxn modelId="{C0580904-1141-46EB-8D58-F01D6AFAC402}" srcId="{508F3CA7-73AA-46C7-8A3A-3F2136A2A6E1}" destId="{EB406405-5401-40E5-9EA9-1778AABDAE58}" srcOrd="1" destOrd="0" parTransId="{77028D84-B3FD-45B1-852D-8BB625014736}" sibTransId="{416A61EF-7D0D-42D5-88A7-35EF6E922E49}"/>
    <dgm:cxn modelId="{1EF54C09-E800-4C0B-AC75-81B81A2853A5}" type="presOf" srcId="{DE165BFD-FD55-44AB-95C8-973EEF3DAAF2}" destId="{94C8FBA1-A20A-4846-90C6-41F09EAD0E46}" srcOrd="0" destOrd="2" presId="urn:microsoft.com/office/officeart/2005/8/layout/cycle4"/>
    <dgm:cxn modelId="{7083C20B-54F8-492C-A270-35F6FBA250FF}" type="presOf" srcId="{96096210-2189-4B82-9BD9-0534B25FED1B}" destId="{DF1A52A6-5C1B-46BF-864D-9581481D70E6}" srcOrd="1" destOrd="2" presId="urn:microsoft.com/office/officeart/2005/8/layout/cycle4"/>
    <dgm:cxn modelId="{F17F4111-38BB-467B-B093-05DAB4909FB1}" srcId="{AB7FC216-388C-4465-919D-E2C7B6A257DC}" destId="{DE165BFD-FD55-44AB-95C8-973EEF3DAAF2}" srcOrd="2" destOrd="0" parTransId="{838ED40A-9977-4C16-BDCB-B5520A2972D1}" sibTransId="{F2767523-2EF2-462E-916E-03CA833C5451}"/>
    <dgm:cxn modelId="{D7355E12-EA58-4C83-A90C-EDC0061C921A}" type="presOf" srcId="{54A71760-8092-4293-9712-E861D66C2872}" destId="{94C8FBA1-A20A-4846-90C6-41F09EAD0E46}" srcOrd="0" destOrd="0" presId="urn:microsoft.com/office/officeart/2005/8/layout/cycle4"/>
    <dgm:cxn modelId="{F4438C13-2FFF-4930-AAA0-63C51B8BE915}" srcId="{33E17307-8019-4979-AD1E-0D2776FBE63F}" destId="{AB7FC216-388C-4465-919D-E2C7B6A257DC}" srcOrd="1" destOrd="0" parTransId="{8A2305C8-ADC4-41C7-83EE-D2F6B46D7986}" sibTransId="{286EB028-C36A-4BCA-9554-1D5999F4C854}"/>
    <dgm:cxn modelId="{8DAA6122-8135-47FF-8DEF-F85EA1BD3EC8}" type="presOf" srcId="{A7DFCFBA-6A0D-47E1-A4F0-0F31DD0FBACA}" destId="{F68833E8-9B90-47A7-BA0B-05A0465E3B33}" srcOrd="0" destOrd="2" presId="urn:microsoft.com/office/officeart/2005/8/layout/cycle4"/>
    <dgm:cxn modelId="{60CDFD25-7A02-4567-B0A2-109503383965}" type="presOf" srcId="{E8400E8C-0704-4C1B-AFCE-2409D2AF6BD7}" destId="{A9E0A4AE-8160-45C4-90FE-3B7F778688E9}" srcOrd="1" destOrd="1" presId="urn:microsoft.com/office/officeart/2005/8/layout/cycle4"/>
    <dgm:cxn modelId="{1C48EB29-DC4F-42DD-A8FE-239C8456BDE4}" type="presOf" srcId="{24797A68-E9AA-434C-B409-DD8FCD2FB423}" destId="{F68833E8-9B90-47A7-BA0B-05A0465E3B33}" srcOrd="0" destOrd="3" presId="urn:microsoft.com/office/officeart/2005/8/layout/cycle4"/>
    <dgm:cxn modelId="{ACF7B42D-CB82-42D2-B038-A704CDFBA147}" type="presOf" srcId="{96096210-2189-4B82-9BD9-0534B25FED1B}" destId="{8A8B7492-1FAE-47A6-BBC1-E2A5B45EFF4E}" srcOrd="0" destOrd="2" presId="urn:microsoft.com/office/officeart/2005/8/layout/cycle4"/>
    <dgm:cxn modelId="{B038883A-F7F2-442C-842F-CE5EE5FC9ABC}" srcId="{A988F7AD-10D0-4A0C-9DED-B64AF3725BA9}" destId="{96096210-2189-4B82-9BD9-0534B25FED1B}" srcOrd="2" destOrd="0" parTransId="{31A73608-88E8-43B8-AE07-97D9665AB313}" sibTransId="{4F2C63AC-EAC2-43BC-9904-5BCD7C447D9B}"/>
    <dgm:cxn modelId="{EF52B43F-304E-4674-B07A-350249B9193D}" type="presOf" srcId="{B9B07286-ACD4-43A5-B874-5C6AEE99AC29}" destId="{DF1A52A6-5C1B-46BF-864D-9581481D70E6}" srcOrd="1" destOrd="1" presId="urn:microsoft.com/office/officeart/2005/8/layout/cycle4"/>
    <dgm:cxn modelId="{D096315C-8EF6-42D6-AC66-83758E61D9FD}" type="presOf" srcId="{F0E473DD-1746-4092-863E-D93AA0C494CB}" destId="{A29580B8-8635-46F6-9625-2936CACC70EB}" srcOrd="0" destOrd="0" presId="urn:microsoft.com/office/officeart/2005/8/layout/cycle4"/>
    <dgm:cxn modelId="{8049C160-2759-4ADB-BF20-076A8B0C47D9}" type="presOf" srcId="{AB7FC216-388C-4465-919D-E2C7B6A257DC}" destId="{D3AC57AE-2944-4F9C-94CB-C1751B25C631}" srcOrd="0" destOrd="0" presId="urn:microsoft.com/office/officeart/2005/8/layout/cycle4"/>
    <dgm:cxn modelId="{CFFA2C41-060D-4651-9C82-E015B4195C81}" type="presOf" srcId="{60EA07D7-BDCE-4B0F-91F7-26AE3D19D3E9}" destId="{F68833E8-9B90-47A7-BA0B-05A0465E3B33}" srcOrd="0" destOrd="0" presId="urn:microsoft.com/office/officeart/2005/8/layout/cycle4"/>
    <dgm:cxn modelId="{E04ACA43-8574-4A64-ADDA-EF5FE0E57195}" type="presOf" srcId="{60EA07D7-BDCE-4B0F-91F7-26AE3D19D3E9}" destId="{C2BFF18E-3E9B-4990-981B-2A7981B79B72}" srcOrd="1" destOrd="0" presId="urn:microsoft.com/office/officeart/2005/8/layout/cycle4"/>
    <dgm:cxn modelId="{512C3448-6CC4-497F-B776-2C2678848CDB}" type="presOf" srcId="{A988F7AD-10D0-4A0C-9DED-B64AF3725BA9}" destId="{3C91AFB5-8FF8-4118-9F46-D0C45DCEB885}" srcOrd="0" destOrd="0" presId="urn:microsoft.com/office/officeart/2005/8/layout/cycle4"/>
    <dgm:cxn modelId="{66B50F70-EEF8-4666-A66D-836A62A70576}" srcId="{33E17307-8019-4979-AD1E-0D2776FBE63F}" destId="{508F3CA7-73AA-46C7-8A3A-3F2136A2A6E1}" srcOrd="0" destOrd="0" parTransId="{EF71BCC5-FA0C-4BFB-B5FA-FF7FABD39CE1}" sibTransId="{9BFF6A55-7EE1-4C02-A18F-545DFB540903}"/>
    <dgm:cxn modelId="{BD3AD271-554A-4AB7-94BB-F2CAC305A94D}" srcId="{33E17307-8019-4979-AD1E-0D2776FBE63F}" destId="{A988F7AD-10D0-4A0C-9DED-B64AF3725BA9}" srcOrd="3" destOrd="0" parTransId="{C0A5047B-83BC-4DD0-B2D5-9536B565E539}" sibTransId="{DD7B8676-DC68-4033-B101-D71B1833327C}"/>
    <dgm:cxn modelId="{5E0DD67D-3AB2-47D1-8324-53CA2786B0CA}" srcId="{508F3CA7-73AA-46C7-8A3A-3F2136A2A6E1}" destId="{A7DFCFBA-6A0D-47E1-A4F0-0F31DD0FBACA}" srcOrd="2" destOrd="0" parTransId="{14C7AFB5-18D2-491F-8410-751D9CCBD8E3}" sibTransId="{651448BB-5231-481B-9E13-9CA93632D3C7}"/>
    <dgm:cxn modelId="{B6157386-6C70-4999-9F67-39415F33EE57}" srcId="{F0E473DD-1746-4092-863E-D93AA0C494CB}" destId="{E8400E8C-0704-4C1B-AFCE-2409D2AF6BD7}" srcOrd="1" destOrd="0" parTransId="{56FE59BF-A55D-4D9E-A6BD-E828CC42E7FE}" sibTransId="{4C0EEBA6-0CAC-409E-9DED-CEE41EF3858B}"/>
    <dgm:cxn modelId="{15E26F8A-F1FB-4479-A348-31B8D7C69C44}" type="presOf" srcId="{DE165BFD-FD55-44AB-95C8-973EEF3DAAF2}" destId="{178EB366-C4FC-4D77-B4C9-5B621DC03526}" srcOrd="1" destOrd="2" presId="urn:microsoft.com/office/officeart/2005/8/layout/cycle4"/>
    <dgm:cxn modelId="{49CCAE8E-A18D-41D1-94F5-0EE8C435269D}" srcId="{F0E473DD-1746-4092-863E-D93AA0C494CB}" destId="{258A3B0D-69F9-4906-BEEA-EE4DF6EA76A3}" srcOrd="2" destOrd="0" parTransId="{210B8C58-33A8-4FFA-8D1E-CBFC5A8D0037}" sibTransId="{A6BAD638-5AEA-4EC8-B3AB-DCF5256428D9}"/>
    <dgm:cxn modelId="{A49B8199-9807-4DAB-A2A5-E0111D3A74ED}" type="presOf" srcId="{FDA9A38D-1A4C-4B3E-A8ED-8D52CC758451}" destId="{A9E0A4AE-8160-45C4-90FE-3B7F778688E9}" srcOrd="1" destOrd="0" presId="urn:microsoft.com/office/officeart/2005/8/layout/cycle4"/>
    <dgm:cxn modelId="{76ACFAA0-11D2-447C-9348-B15A866F7F2B}" type="presOf" srcId="{B11B0BE8-0971-4D83-B3E2-02C7326B0CF9}" destId="{DF1A52A6-5C1B-46BF-864D-9581481D70E6}" srcOrd="1" destOrd="0" presId="urn:microsoft.com/office/officeart/2005/8/layout/cycle4"/>
    <dgm:cxn modelId="{4FECBDA1-8218-48AA-9317-86C255BB0738}" srcId="{AB7FC216-388C-4465-919D-E2C7B6A257DC}" destId="{54A71760-8092-4293-9712-E861D66C2872}" srcOrd="0" destOrd="0" parTransId="{CEDEEC99-7219-48CB-BED3-1D29949215B5}" sibTransId="{D8DC0656-0906-46F2-89C3-96E3D7C3937E}"/>
    <dgm:cxn modelId="{128359AC-4782-40CF-A2D8-5C26488350DB}" type="presOf" srcId="{D4B40D4D-FA5A-4BA5-B893-2EE22E84D4D5}" destId="{94C8FBA1-A20A-4846-90C6-41F09EAD0E46}" srcOrd="0" destOrd="1" presId="urn:microsoft.com/office/officeart/2005/8/layout/cycle4"/>
    <dgm:cxn modelId="{820A35B2-F6A9-41B7-AD75-F4FC9A9FE358}" srcId="{508F3CA7-73AA-46C7-8A3A-3F2136A2A6E1}" destId="{60EA07D7-BDCE-4B0F-91F7-26AE3D19D3E9}" srcOrd="0" destOrd="0" parTransId="{54AD4E09-45A6-4845-A193-AC0311099914}" sibTransId="{5E1704B8-685E-4FCD-87BC-3D680FF6378F}"/>
    <dgm:cxn modelId="{D5CC67B2-8B6F-4CCE-AA09-0A0FEF34D4AC}" type="presOf" srcId="{33E17307-8019-4979-AD1E-0D2776FBE63F}" destId="{CB85DA5B-B84A-4207-A94F-32C7A804A5D4}" srcOrd="0" destOrd="0" presId="urn:microsoft.com/office/officeart/2005/8/layout/cycle4"/>
    <dgm:cxn modelId="{7F555FB3-AD9A-44A4-8F11-2EEE1AE986C5}" type="presOf" srcId="{24797A68-E9AA-434C-B409-DD8FCD2FB423}" destId="{C2BFF18E-3E9B-4990-981B-2A7981B79B72}" srcOrd="1" destOrd="3" presId="urn:microsoft.com/office/officeart/2005/8/layout/cycle4"/>
    <dgm:cxn modelId="{32478FB4-74F1-40DB-8DB1-05A340973550}" type="presOf" srcId="{54A71760-8092-4293-9712-E861D66C2872}" destId="{178EB366-C4FC-4D77-B4C9-5B621DC03526}" srcOrd="1" destOrd="0" presId="urn:microsoft.com/office/officeart/2005/8/layout/cycle4"/>
    <dgm:cxn modelId="{CBBDD7B4-6474-4F61-9F91-9FB683B76CFD}" type="presOf" srcId="{EB406405-5401-40E5-9EA9-1778AABDAE58}" destId="{F68833E8-9B90-47A7-BA0B-05A0465E3B33}" srcOrd="0" destOrd="1" presId="urn:microsoft.com/office/officeart/2005/8/layout/cycle4"/>
    <dgm:cxn modelId="{195CB1B8-07FA-44E8-A5CD-653A397DDCA5}" type="presOf" srcId="{508F3CA7-73AA-46C7-8A3A-3F2136A2A6E1}" destId="{03D301D0-BF43-4EBA-BFE5-DC59D8E0F571}" srcOrd="0" destOrd="0" presId="urn:microsoft.com/office/officeart/2005/8/layout/cycle4"/>
    <dgm:cxn modelId="{F91F1AB9-E9A1-4862-8C81-F1FBEE6A946F}" type="presOf" srcId="{B11B0BE8-0971-4D83-B3E2-02C7326B0CF9}" destId="{8A8B7492-1FAE-47A6-BBC1-E2A5B45EFF4E}" srcOrd="0" destOrd="0" presId="urn:microsoft.com/office/officeart/2005/8/layout/cycle4"/>
    <dgm:cxn modelId="{6CF848BA-932C-4A02-8D01-3A841788D02E}" srcId="{F0E473DD-1746-4092-863E-D93AA0C494CB}" destId="{FDA9A38D-1A4C-4B3E-A8ED-8D52CC758451}" srcOrd="0" destOrd="0" parTransId="{152157DE-92FB-4E32-AB28-5940F8BF247F}" sibTransId="{A4261EA4-42AC-4830-B036-9A4A60EDBEA3}"/>
    <dgm:cxn modelId="{822204BB-047D-4CAB-9449-EE17958C0123}" type="presOf" srcId="{B9B07286-ACD4-43A5-B874-5C6AEE99AC29}" destId="{8A8B7492-1FAE-47A6-BBC1-E2A5B45EFF4E}" srcOrd="0" destOrd="1" presId="urn:microsoft.com/office/officeart/2005/8/layout/cycle4"/>
    <dgm:cxn modelId="{DD5A1DC3-8467-4F15-9776-F0B330AA6491}" type="presOf" srcId="{E8400E8C-0704-4C1B-AFCE-2409D2AF6BD7}" destId="{2773B687-56B8-4E3A-903B-69140DFF0D90}" srcOrd="0" destOrd="1" presId="urn:microsoft.com/office/officeart/2005/8/layout/cycle4"/>
    <dgm:cxn modelId="{40799DC6-EB39-410D-9839-87DF3AD06108}" type="presOf" srcId="{A7DFCFBA-6A0D-47E1-A4F0-0F31DD0FBACA}" destId="{C2BFF18E-3E9B-4990-981B-2A7981B79B72}" srcOrd="1" destOrd="2" presId="urn:microsoft.com/office/officeart/2005/8/layout/cycle4"/>
    <dgm:cxn modelId="{F1627DC7-F138-4FC9-B9DF-FAA14C9CD12A}" type="presOf" srcId="{FDA9A38D-1A4C-4B3E-A8ED-8D52CC758451}" destId="{2773B687-56B8-4E3A-903B-69140DFF0D90}" srcOrd="0" destOrd="0" presId="urn:microsoft.com/office/officeart/2005/8/layout/cycle4"/>
    <dgm:cxn modelId="{7EE62AD1-EDCD-43BF-81F0-9DD06920D130}" type="presOf" srcId="{EB406405-5401-40E5-9EA9-1778AABDAE58}" destId="{C2BFF18E-3E9B-4990-981B-2A7981B79B72}" srcOrd="1" destOrd="1" presId="urn:microsoft.com/office/officeart/2005/8/layout/cycle4"/>
    <dgm:cxn modelId="{E023E7D2-1B93-4B56-A6DB-954B8F3A8262}" srcId="{A988F7AD-10D0-4A0C-9DED-B64AF3725BA9}" destId="{B9B07286-ACD4-43A5-B874-5C6AEE99AC29}" srcOrd="1" destOrd="0" parTransId="{F1CF41C0-925B-4951-AC99-FEA4515D0675}" sibTransId="{94796246-450C-4F54-89CF-BC5BA51A2353}"/>
    <dgm:cxn modelId="{59709FD7-6328-492E-9FBF-9EF01EB5AD65}" srcId="{AB7FC216-388C-4465-919D-E2C7B6A257DC}" destId="{D4B40D4D-FA5A-4BA5-B893-2EE22E84D4D5}" srcOrd="1" destOrd="0" parTransId="{84B320E3-E55D-4F89-90E6-810D79AA3262}" sibTransId="{F01345DF-201C-415A-84E2-E3A7F44A415E}"/>
    <dgm:cxn modelId="{E68235D9-A1A0-4BDF-8FC9-489A0F790F5B}" type="presOf" srcId="{258A3B0D-69F9-4906-BEEA-EE4DF6EA76A3}" destId="{A9E0A4AE-8160-45C4-90FE-3B7F778688E9}" srcOrd="1" destOrd="2" presId="urn:microsoft.com/office/officeart/2005/8/layout/cycle4"/>
    <dgm:cxn modelId="{C5A9DAE3-9D0B-47C3-BBB3-E89CFB16FB49}" srcId="{508F3CA7-73AA-46C7-8A3A-3F2136A2A6E1}" destId="{24797A68-E9AA-434C-B409-DD8FCD2FB423}" srcOrd="3" destOrd="0" parTransId="{C78D0BE6-9643-4C6E-BCB1-CA337960B3BB}" sibTransId="{AC610A03-FCB5-4A55-89CF-0BA374FB5C45}"/>
    <dgm:cxn modelId="{3D8CDDE5-EF4B-41EC-B957-33B4385525F7}" type="presOf" srcId="{258A3B0D-69F9-4906-BEEA-EE4DF6EA76A3}" destId="{2773B687-56B8-4E3A-903B-69140DFF0D90}" srcOrd="0" destOrd="2" presId="urn:microsoft.com/office/officeart/2005/8/layout/cycle4"/>
    <dgm:cxn modelId="{6A3D1EFA-858D-4855-B45B-E37821E96729}" srcId="{33E17307-8019-4979-AD1E-0D2776FBE63F}" destId="{F0E473DD-1746-4092-863E-D93AA0C494CB}" srcOrd="2" destOrd="0" parTransId="{A3CEFAEC-A3F0-4C74-82A5-AEB17CF11739}" sibTransId="{377E0BB6-1E2E-426C-8F2C-BE80FBE916F2}"/>
    <dgm:cxn modelId="{304AB3FE-B0A3-4B10-BB7A-1EB7F54681EA}" srcId="{A988F7AD-10D0-4A0C-9DED-B64AF3725BA9}" destId="{B11B0BE8-0971-4D83-B3E2-02C7326B0CF9}" srcOrd="0" destOrd="0" parTransId="{844940F8-9EED-40A6-AF27-717750B0F4E4}" sibTransId="{03EF1142-AE48-4041-A5A7-A38933CDD5B9}"/>
    <dgm:cxn modelId="{E32D0D93-D923-4E4B-86F0-CED1D6D2BE45}" type="presParOf" srcId="{CB85DA5B-B84A-4207-A94F-32C7A804A5D4}" destId="{6A597667-C7A1-437A-A1C9-979727DB52E4}" srcOrd="0" destOrd="0" presId="urn:microsoft.com/office/officeart/2005/8/layout/cycle4"/>
    <dgm:cxn modelId="{F1B0E577-65BC-4543-833C-CD10FD591357}" type="presParOf" srcId="{6A597667-C7A1-437A-A1C9-979727DB52E4}" destId="{4FC655C8-B02A-4FB5-B221-41AB372864F2}" srcOrd="0" destOrd="0" presId="urn:microsoft.com/office/officeart/2005/8/layout/cycle4"/>
    <dgm:cxn modelId="{EF85234E-7BA5-433B-9851-3EFBD933BF6E}" type="presParOf" srcId="{4FC655C8-B02A-4FB5-B221-41AB372864F2}" destId="{F68833E8-9B90-47A7-BA0B-05A0465E3B33}" srcOrd="0" destOrd="0" presId="urn:microsoft.com/office/officeart/2005/8/layout/cycle4"/>
    <dgm:cxn modelId="{7B7F1715-E2BF-4F06-8DED-5F2DA5B581DF}" type="presParOf" srcId="{4FC655C8-B02A-4FB5-B221-41AB372864F2}" destId="{C2BFF18E-3E9B-4990-981B-2A7981B79B72}" srcOrd="1" destOrd="0" presId="urn:microsoft.com/office/officeart/2005/8/layout/cycle4"/>
    <dgm:cxn modelId="{178E9CFA-2B62-457E-8509-8A2DB968FD6D}" type="presParOf" srcId="{6A597667-C7A1-437A-A1C9-979727DB52E4}" destId="{491582BE-1716-4E81-B143-BEA51665BA8A}" srcOrd="1" destOrd="0" presId="urn:microsoft.com/office/officeart/2005/8/layout/cycle4"/>
    <dgm:cxn modelId="{EB449030-0D1F-48C3-B13A-08C646917C8E}" type="presParOf" srcId="{491582BE-1716-4E81-B143-BEA51665BA8A}" destId="{94C8FBA1-A20A-4846-90C6-41F09EAD0E46}" srcOrd="0" destOrd="0" presId="urn:microsoft.com/office/officeart/2005/8/layout/cycle4"/>
    <dgm:cxn modelId="{C1ADA1A0-10A2-474C-85FA-75EEAD9A3D4A}" type="presParOf" srcId="{491582BE-1716-4E81-B143-BEA51665BA8A}" destId="{178EB366-C4FC-4D77-B4C9-5B621DC03526}" srcOrd="1" destOrd="0" presId="urn:microsoft.com/office/officeart/2005/8/layout/cycle4"/>
    <dgm:cxn modelId="{F33373EC-FD8C-4294-A6CF-53513EDC1B01}" type="presParOf" srcId="{6A597667-C7A1-437A-A1C9-979727DB52E4}" destId="{1240E6D8-2354-4C4F-8551-B3D81D134DEC}" srcOrd="2" destOrd="0" presId="urn:microsoft.com/office/officeart/2005/8/layout/cycle4"/>
    <dgm:cxn modelId="{771578F6-9245-4C7B-881E-CF0336F67EB3}" type="presParOf" srcId="{1240E6D8-2354-4C4F-8551-B3D81D134DEC}" destId="{2773B687-56B8-4E3A-903B-69140DFF0D90}" srcOrd="0" destOrd="0" presId="urn:microsoft.com/office/officeart/2005/8/layout/cycle4"/>
    <dgm:cxn modelId="{1C338355-8014-4FD3-8D8E-8AAFD201CF03}" type="presParOf" srcId="{1240E6D8-2354-4C4F-8551-B3D81D134DEC}" destId="{A9E0A4AE-8160-45C4-90FE-3B7F778688E9}" srcOrd="1" destOrd="0" presId="urn:microsoft.com/office/officeart/2005/8/layout/cycle4"/>
    <dgm:cxn modelId="{03913236-4055-4976-A24C-DA69097B9A64}" type="presParOf" srcId="{6A597667-C7A1-437A-A1C9-979727DB52E4}" destId="{64AAEC6B-6AE5-4421-A57C-148BC9CA914B}" srcOrd="3" destOrd="0" presId="urn:microsoft.com/office/officeart/2005/8/layout/cycle4"/>
    <dgm:cxn modelId="{1136E9BD-64BF-4785-B2A3-98A36068485F}" type="presParOf" srcId="{64AAEC6B-6AE5-4421-A57C-148BC9CA914B}" destId="{8A8B7492-1FAE-47A6-BBC1-E2A5B45EFF4E}" srcOrd="0" destOrd="0" presId="urn:microsoft.com/office/officeart/2005/8/layout/cycle4"/>
    <dgm:cxn modelId="{8A05BFCC-792C-4B6B-A011-AD22046104A9}" type="presParOf" srcId="{64AAEC6B-6AE5-4421-A57C-148BC9CA914B}" destId="{DF1A52A6-5C1B-46BF-864D-9581481D70E6}" srcOrd="1" destOrd="0" presId="urn:microsoft.com/office/officeart/2005/8/layout/cycle4"/>
    <dgm:cxn modelId="{4F0CF559-B9F7-4C05-B1D1-23FC2DE16BEB}" type="presParOf" srcId="{6A597667-C7A1-437A-A1C9-979727DB52E4}" destId="{D02EB29C-E1CF-445C-9642-86B86FBFA041}" srcOrd="4" destOrd="0" presId="urn:microsoft.com/office/officeart/2005/8/layout/cycle4"/>
    <dgm:cxn modelId="{C45B6CA4-5193-4692-ACCA-67C3BD5136D1}" type="presParOf" srcId="{CB85DA5B-B84A-4207-A94F-32C7A804A5D4}" destId="{311D0BFF-D323-471F-A0D2-13E437053B83}" srcOrd="1" destOrd="0" presId="urn:microsoft.com/office/officeart/2005/8/layout/cycle4"/>
    <dgm:cxn modelId="{39ED60EE-C62F-463F-8EAA-DA9FEC6F881D}" type="presParOf" srcId="{311D0BFF-D323-471F-A0D2-13E437053B83}" destId="{03D301D0-BF43-4EBA-BFE5-DC59D8E0F571}" srcOrd="0" destOrd="0" presId="urn:microsoft.com/office/officeart/2005/8/layout/cycle4"/>
    <dgm:cxn modelId="{573A4106-5CB2-4481-9157-93BB79885FAF}" type="presParOf" srcId="{311D0BFF-D323-471F-A0D2-13E437053B83}" destId="{D3AC57AE-2944-4F9C-94CB-C1751B25C631}" srcOrd="1" destOrd="0" presId="urn:microsoft.com/office/officeart/2005/8/layout/cycle4"/>
    <dgm:cxn modelId="{1DE4CB6B-9D1C-443B-B0C1-3C15E2845DFD}" type="presParOf" srcId="{311D0BFF-D323-471F-A0D2-13E437053B83}" destId="{A29580B8-8635-46F6-9625-2936CACC70EB}" srcOrd="2" destOrd="0" presId="urn:microsoft.com/office/officeart/2005/8/layout/cycle4"/>
    <dgm:cxn modelId="{33A068DB-2285-45FF-A89F-7200762616C4}" type="presParOf" srcId="{311D0BFF-D323-471F-A0D2-13E437053B83}" destId="{3C91AFB5-8FF8-4118-9F46-D0C45DCEB885}" srcOrd="3" destOrd="0" presId="urn:microsoft.com/office/officeart/2005/8/layout/cycle4"/>
    <dgm:cxn modelId="{3D6E9F1B-A888-4AA9-B816-9CB5ADBB6E55}" type="presParOf" srcId="{311D0BFF-D323-471F-A0D2-13E437053B83}" destId="{665A763D-C077-4C0C-ACD2-491D94E3BA78}" srcOrd="4" destOrd="0" presId="urn:microsoft.com/office/officeart/2005/8/layout/cycle4"/>
    <dgm:cxn modelId="{71CD827B-E795-4C6D-B950-56470124807C}" type="presParOf" srcId="{CB85DA5B-B84A-4207-A94F-32C7A804A5D4}" destId="{17857680-365F-4BE9-B707-D1DF13ACF3B8}" srcOrd="2" destOrd="0" presId="urn:microsoft.com/office/officeart/2005/8/layout/cycle4"/>
    <dgm:cxn modelId="{43F54AEB-FB20-4F0B-A2F5-AF00722B229D}" type="presParOf" srcId="{CB85DA5B-B84A-4207-A94F-32C7A804A5D4}" destId="{48F23402-9E97-4493-902E-8FAB356A65CC}"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4A48F68-FDC9-4D11-BB3A-6C4BD6D32367}" type="doc">
      <dgm:prSet loTypeId="urn:microsoft.com/office/officeart/2008/layout/HexagonCluster" loCatId="relationship" qsTypeId="urn:microsoft.com/office/officeart/2005/8/quickstyle/simple5" qsCatId="simple" csTypeId="urn:microsoft.com/office/officeart/2005/8/colors/colorful1" csCatId="colorful" phldr="1"/>
      <dgm:spPr/>
      <dgm:t>
        <a:bodyPr/>
        <a:lstStyle/>
        <a:p>
          <a:endParaRPr lang="en-US"/>
        </a:p>
      </dgm:t>
    </dgm:pt>
    <dgm:pt modelId="{2B4C7A2C-443B-4DA3-A12F-DED5D1B3FF9A}">
      <dgm:prSet/>
      <dgm:spPr/>
      <dgm:t>
        <a:bodyPr/>
        <a:lstStyle/>
        <a:p>
          <a:r>
            <a:rPr lang="es-MX"/>
            <a:t>Ventanas</a:t>
          </a:r>
          <a:endParaRPr lang="en-US"/>
        </a:p>
      </dgm:t>
    </dgm:pt>
    <dgm:pt modelId="{7DACF53A-EAA2-4568-B29D-A8AB0A25DE8C}" type="parTrans" cxnId="{E83DD7CB-0D0A-4381-A12E-8F6D96D6AE2F}">
      <dgm:prSet/>
      <dgm:spPr/>
      <dgm:t>
        <a:bodyPr/>
        <a:lstStyle/>
        <a:p>
          <a:endParaRPr lang="en-US"/>
        </a:p>
      </dgm:t>
    </dgm:pt>
    <dgm:pt modelId="{2E16265F-09CA-474C-8664-2A8CE004B4EE}" type="sibTrans" cxnId="{E83DD7CB-0D0A-4381-A12E-8F6D96D6AE2F}">
      <dgm:prSet/>
      <dgm:spPr>
        <a:blipFill rotWithShape="1">
          <a:blip xmlns:r="http://schemas.openxmlformats.org/officeDocument/2006/relationships" r:embed="rId1"/>
          <a:srcRect/>
          <a:stretch>
            <a:fillRect l="-5000" r="-5000"/>
          </a:stretch>
        </a:blipFill>
      </dgm:spPr>
      <dgm:t>
        <a:bodyPr/>
        <a:lstStyle/>
        <a:p>
          <a:endParaRPr lang="en-US"/>
        </a:p>
      </dgm:t>
    </dgm:pt>
    <dgm:pt modelId="{B8F10F18-C120-4907-9F5B-B43BE88D02D2}">
      <dgm:prSet/>
      <dgm:spPr/>
      <dgm:t>
        <a:bodyPr/>
        <a:lstStyle/>
        <a:p>
          <a:r>
            <a:rPr lang="es-MX" dirty="0"/>
            <a:t>Botones</a:t>
          </a:r>
          <a:endParaRPr lang="en-US" dirty="0"/>
        </a:p>
      </dgm:t>
    </dgm:pt>
    <dgm:pt modelId="{BF2CA519-69A1-4FC7-9EE3-5F9D6E29C74F}" type="parTrans" cxnId="{F824A960-D38E-4E92-9738-9B6B72DE3C7C}">
      <dgm:prSet/>
      <dgm:spPr/>
      <dgm:t>
        <a:bodyPr/>
        <a:lstStyle/>
        <a:p>
          <a:endParaRPr lang="en-US"/>
        </a:p>
      </dgm:t>
    </dgm:pt>
    <dgm:pt modelId="{53520802-D372-4925-B387-CEADB1C6D302}" type="sibTrans" cxnId="{F824A960-D38E-4E92-9738-9B6B72DE3C7C}">
      <dgm:prSet/>
      <dgm:spPr>
        <a:blipFill rotWithShape="1">
          <a:blip xmlns:r="http://schemas.openxmlformats.org/officeDocument/2006/relationships" r:embed="rId2"/>
          <a:srcRect/>
          <a:stretch>
            <a:fillRect l="-5000" r="-5000"/>
          </a:stretch>
        </a:blipFill>
      </dgm:spPr>
      <dgm:t>
        <a:bodyPr/>
        <a:lstStyle/>
        <a:p>
          <a:endParaRPr lang="en-US"/>
        </a:p>
      </dgm:t>
    </dgm:pt>
    <dgm:pt modelId="{D818FF2E-C985-4B17-B1E8-E7370ACB01B7}">
      <dgm:prSet/>
      <dgm:spPr/>
      <dgm:t>
        <a:bodyPr/>
        <a:lstStyle/>
        <a:p>
          <a:r>
            <a:rPr lang="es-MX" dirty="0"/>
            <a:t>Cuadros de Texto</a:t>
          </a:r>
          <a:endParaRPr lang="en-US" dirty="0"/>
        </a:p>
      </dgm:t>
    </dgm:pt>
    <dgm:pt modelId="{B0649C95-5B05-4BFE-B692-B4B3249136ED}" type="parTrans" cxnId="{15988CBE-BBF1-4F37-A62D-EFBFA0BC42FD}">
      <dgm:prSet/>
      <dgm:spPr/>
      <dgm:t>
        <a:bodyPr/>
        <a:lstStyle/>
        <a:p>
          <a:endParaRPr lang="en-US"/>
        </a:p>
      </dgm:t>
    </dgm:pt>
    <dgm:pt modelId="{A0559916-5951-4100-9FAB-584F9A396C01}" type="sibTrans" cxnId="{15988CBE-BBF1-4F37-A62D-EFBFA0BC42FD}">
      <dgm:prSet/>
      <dgm:spPr>
        <a:blipFill rotWithShape="1">
          <a:blip xmlns:r="http://schemas.openxmlformats.org/officeDocument/2006/relationships" r:embed="rId3"/>
          <a:srcRect/>
          <a:stretch>
            <a:fillRect t="-2000" b="-2000"/>
          </a:stretch>
        </a:blipFill>
      </dgm:spPr>
      <dgm:t>
        <a:bodyPr/>
        <a:lstStyle/>
        <a:p>
          <a:endParaRPr lang="en-US"/>
        </a:p>
      </dgm:t>
    </dgm:pt>
    <dgm:pt modelId="{23ED9233-38A4-43B9-9AE0-F81BD1C5082C}">
      <dgm:prSet/>
      <dgm:spPr/>
      <dgm:t>
        <a:bodyPr/>
        <a:lstStyle/>
        <a:p>
          <a:r>
            <a:rPr lang="es-MX" dirty="0"/>
            <a:t>Listas</a:t>
          </a:r>
          <a:endParaRPr lang="en-US" dirty="0"/>
        </a:p>
      </dgm:t>
    </dgm:pt>
    <dgm:pt modelId="{BF768029-2DCE-4F0D-8C79-2D22268443CC}" type="parTrans" cxnId="{DF0D4198-F3BC-4407-B0AA-6461440F6BA2}">
      <dgm:prSet/>
      <dgm:spPr/>
      <dgm:t>
        <a:bodyPr/>
        <a:lstStyle/>
        <a:p>
          <a:endParaRPr lang="en-US"/>
        </a:p>
      </dgm:t>
    </dgm:pt>
    <dgm:pt modelId="{B9EA0989-A3CE-4A29-AAA1-CE537A209453}" type="sibTrans" cxnId="{DF0D4198-F3BC-4407-B0AA-6461440F6BA2}">
      <dgm:prSet/>
      <dgm:spPr>
        <a:blipFill rotWithShape="1">
          <a:blip xmlns:r="http://schemas.openxmlformats.org/officeDocument/2006/relationships" r:embed="rId4"/>
          <a:srcRect/>
          <a:stretch>
            <a:fillRect t="-94000" b="-94000"/>
          </a:stretch>
        </a:blipFill>
      </dgm:spPr>
      <dgm:t>
        <a:bodyPr/>
        <a:lstStyle/>
        <a:p>
          <a:endParaRPr lang="en-US"/>
        </a:p>
      </dgm:t>
    </dgm:pt>
    <dgm:pt modelId="{C6E3FD04-6749-4791-B997-51D5EA7B61E6}">
      <dgm:prSet/>
      <dgm:spPr/>
      <dgm:t>
        <a:bodyPr/>
        <a:lstStyle/>
        <a:p>
          <a:r>
            <a:rPr lang="es-MX" dirty="0"/>
            <a:t>Menús</a:t>
          </a:r>
          <a:endParaRPr lang="en-US" dirty="0"/>
        </a:p>
      </dgm:t>
    </dgm:pt>
    <dgm:pt modelId="{346F0524-64C2-4609-82E3-032023419FF1}" type="parTrans" cxnId="{DF20209A-23AF-458A-B0AA-DD46B4740D16}">
      <dgm:prSet/>
      <dgm:spPr/>
      <dgm:t>
        <a:bodyPr/>
        <a:lstStyle/>
        <a:p>
          <a:endParaRPr lang="en-US"/>
        </a:p>
      </dgm:t>
    </dgm:pt>
    <dgm:pt modelId="{2870452A-9F4D-41D0-BD95-6EB728C7F16B}" type="sibTrans" cxnId="{DF20209A-23AF-458A-B0AA-DD46B4740D16}">
      <dgm:prSet/>
      <dgm:spPr>
        <a:blipFill rotWithShape="1">
          <a:blip xmlns:r="http://schemas.openxmlformats.org/officeDocument/2006/relationships" r:embed="rId5"/>
          <a:srcRect/>
          <a:stretch>
            <a:fillRect l="-11000" r="-11000"/>
          </a:stretch>
        </a:blipFill>
      </dgm:spPr>
      <dgm:t>
        <a:bodyPr/>
        <a:lstStyle/>
        <a:p>
          <a:endParaRPr lang="en-US"/>
        </a:p>
      </dgm:t>
    </dgm:pt>
    <dgm:pt modelId="{FC793388-CD81-49FD-B615-790D6AB6E33F}">
      <dgm:prSet/>
      <dgm:spPr/>
      <dgm:t>
        <a:bodyPr/>
        <a:lstStyle/>
        <a:p>
          <a:r>
            <a:rPr lang="es-MX"/>
            <a:t>Iconos</a:t>
          </a:r>
          <a:endParaRPr lang="en-US"/>
        </a:p>
      </dgm:t>
    </dgm:pt>
    <dgm:pt modelId="{F03E7DE7-C9E4-48B8-A274-CC66EAC85A14}" type="parTrans" cxnId="{3E6F07E4-8F6E-46E3-ABC0-65FCFA5A0E48}">
      <dgm:prSet/>
      <dgm:spPr/>
      <dgm:t>
        <a:bodyPr/>
        <a:lstStyle/>
        <a:p>
          <a:endParaRPr lang="en-US"/>
        </a:p>
      </dgm:t>
    </dgm:pt>
    <dgm:pt modelId="{B82AB49F-40F3-4542-8BE6-94D7AE145302}" type="sibTrans" cxnId="{3E6F07E4-8F6E-46E3-ABC0-65FCFA5A0E48}">
      <dgm:prSet/>
      <dgm:spPr>
        <a:blipFill rotWithShape="1">
          <a:blip xmlns:r="http://schemas.openxmlformats.org/officeDocument/2006/relationships" r:embed="rId6"/>
          <a:srcRect/>
          <a:stretch>
            <a:fillRect l="-15000" r="-15000"/>
          </a:stretch>
        </a:blipFill>
      </dgm:spPr>
      <dgm:t>
        <a:bodyPr/>
        <a:lstStyle/>
        <a:p>
          <a:endParaRPr lang="en-US"/>
        </a:p>
      </dgm:t>
    </dgm:pt>
    <dgm:pt modelId="{CD1E7F59-8D0A-479D-97C7-187950D1F3E1}">
      <dgm:prSet/>
      <dgm:spPr/>
      <dgm:t>
        <a:bodyPr/>
        <a:lstStyle/>
        <a:p>
          <a:r>
            <a:rPr lang="es-MX"/>
            <a:t>Sliders</a:t>
          </a:r>
          <a:endParaRPr lang="en-US"/>
        </a:p>
      </dgm:t>
    </dgm:pt>
    <dgm:pt modelId="{FA562B0E-5807-43CE-9675-747D3465A84E}" type="parTrans" cxnId="{869B57E5-3929-41C7-A74B-AA8E4B0FAC38}">
      <dgm:prSet/>
      <dgm:spPr/>
      <dgm:t>
        <a:bodyPr/>
        <a:lstStyle/>
        <a:p>
          <a:endParaRPr lang="en-US"/>
        </a:p>
      </dgm:t>
    </dgm:pt>
    <dgm:pt modelId="{D2419A84-6576-4F36-9C96-49B994DFE502}" type="sibTrans" cxnId="{869B57E5-3929-41C7-A74B-AA8E4B0FAC38}">
      <dgm:prSet/>
      <dgm:spPr>
        <a:blipFill rotWithShape="1">
          <a:blip xmlns:r="http://schemas.openxmlformats.org/officeDocument/2006/relationships" r:embed="rId7"/>
          <a:srcRect/>
          <a:stretch>
            <a:fillRect l="-18000" r="-18000"/>
          </a:stretch>
        </a:blipFill>
      </dgm:spPr>
      <dgm:t>
        <a:bodyPr/>
        <a:lstStyle/>
        <a:p>
          <a:endParaRPr lang="en-US"/>
        </a:p>
      </dgm:t>
    </dgm:pt>
    <dgm:pt modelId="{136EC4A6-6228-49E7-8961-37BCDE6FE82F}">
      <dgm:prSet/>
      <dgm:spPr/>
      <dgm:t>
        <a:bodyPr/>
        <a:lstStyle/>
        <a:p>
          <a:r>
            <a:rPr lang="es-MX"/>
            <a:t>Barras de Progreso</a:t>
          </a:r>
          <a:endParaRPr lang="en-US"/>
        </a:p>
      </dgm:t>
    </dgm:pt>
    <dgm:pt modelId="{BC518A2D-AC15-415D-B1A8-50543A5FA6F9}" type="parTrans" cxnId="{E25665EC-8291-4D45-9AE4-238C955C51EB}">
      <dgm:prSet/>
      <dgm:spPr/>
      <dgm:t>
        <a:bodyPr/>
        <a:lstStyle/>
        <a:p>
          <a:endParaRPr lang="en-US"/>
        </a:p>
      </dgm:t>
    </dgm:pt>
    <dgm:pt modelId="{26BDEA41-FB5B-4C4B-96E8-C3F23078C081}" type="sibTrans" cxnId="{E25665EC-8291-4D45-9AE4-238C955C51EB}">
      <dgm:prSet/>
      <dgm:spPr>
        <a:blipFill rotWithShape="1">
          <a:blip xmlns:r="http://schemas.openxmlformats.org/officeDocument/2006/relationships" r:embed="rId8"/>
          <a:srcRect/>
          <a:stretch>
            <a:fillRect l="-4000" r="-4000"/>
          </a:stretch>
        </a:blipFill>
      </dgm:spPr>
      <dgm:t>
        <a:bodyPr/>
        <a:lstStyle/>
        <a:p>
          <a:endParaRPr lang="en-US"/>
        </a:p>
      </dgm:t>
    </dgm:pt>
    <dgm:pt modelId="{DE3B3BD3-4F71-4FDE-91D0-D4FA67AEA42D}" type="pres">
      <dgm:prSet presAssocID="{C4A48F68-FDC9-4D11-BB3A-6C4BD6D32367}" presName="Name0" presStyleCnt="0">
        <dgm:presLayoutVars>
          <dgm:chMax val="21"/>
          <dgm:chPref val="21"/>
        </dgm:presLayoutVars>
      </dgm:prSet>
      <dgm:spPr/>
    </dgm:pt>
    <dgm:pt modelId="{F045691B-27C3-4754-ABBB-0AC144F8A088}" type="pres">
      <dgm:prSet presAssocID="{2B4C7A2C-443B-4DA3-A12F-DED5D1B3FF9A}" presName="text1" presStyleCnt="0"/>
      <dgm:spPr/>
    </dgm:pt>
    <dgm:pt modelId="{395E871B-2AFA-4C05-A9B2-269D94BFA837}" type="pres">
      <dgm:prSet presAssocID="{2B4C7A2C-443B-4DA3-A12F-DED5D1B3FF9A}" presName="textRepeatNode" presStyleLbl="alignNode1" presStyleIdx="0" presStyleCnt="8">
        <dgm:presLayoutVars>
          <dgm:chMax val="0"/>
          <dgm:chPref val="0"/>
          <dgm:bulletEnabled val="1"/>
        </dgm:presLayoutVars>
      </dgm:prSet>
      <dgm:spPr/>
    </dgm:pt>
    <dgm:pt modelId="{346F7973-C2F5-4794-A89F-883F4DE0543F}" type="pres">
      <dgm:prSet presAssocID="{2B4C7A2C-443B-4DA3-A12F-DED5D1B3FF9A}" presName="textaccent1" presStyleCnt="0"/>
      <dgm:spPr/>
    </dgm:pt>
    <dgm:pt modelId="{737843F1-9768-4604-91CF-8A363BDEBCC3}" type="pres">
      <dgm:prSet presAssocID="{2B4C7A2C-443B-4DA3-A12F-DED5D1B3FF9A}" presName="accentRepeatNode" presStyleLbl="solidAlignAcc1" presStyleIdx="0" presStyleCnt="16"/>
      <dgm:spPr/>
    </dgm:pt>
    <dgm:pt modelId="{C1838958-FCA4-4146-9FF4-539FADED8ED3}" type="pres">
      <dgm:prSet presAssocID="{2E16265F-09CA-474C-8664-2A8CE004B4EE}" presName="image1" presStyleCnt="0"/>
      <dgm:spPr/>
    </dgm:pt>
    <dgm:pt modelId="{6A8A3380-065F-489F-9162-CDC75FCFD61C}" type="pres">
      <dgm:prSet presAssocID="{2E16265F-09CA-474C-8664-2A8CE004B4EE}" presName="imageRepeatNode" presStyleLbl="alignAcc1" presStyleIdx="0" presStyleCnt="8"/>
      <dgm:spPr/>
    </dgm:pt>
    <dgm:pt modelId="{37C2BD52-FCA7-4F0B-9584-15151040F9CF}" type="pres">
      <dgm:prSet presAssocID="{2E16265F-09CA-474C-8664-2A8CE004B4EE}" presName="imageaccent1" presStyleCnt="0"/>
      <dgm:spPr/>
    </dgm:pt>
    <dgm:pt modelId="{22DFD20F-25D3-4C50-9784-0EBF70A7E6C9}" type="pres">
      <dgm:prSet presAssocID="{2E16265F-09CA-474C-8664-2A8CE004B4EE}" presName="accentRepeatNode" presStyleLbl="solidAlignAcc1" presStyleIdx="1" presStyleCnt="16"/>
      <dgm:spPr/>
    </dgm:pt>
    <dgm:pt modelId="{BE8331AA-41D4-414E-9799-D1385BF64F80}" type="pres">
      <dgm:prSet presAssocID="{B8F10F18-C120-4907-9F5B-B43BE88D02D2}" presName="text2" presStyleCnt="0"/>
      <dgm:spPr/>
    </dgm:pt>
    <dgm:pt modelId="{3447E5A3-2B5C-4976-AD90-F1AE7054FD66}" type="pres">
      <dgm:prSet presAssocID="{B8F10F18-C120-4907-9F5B-B43BE88D02D2}" presName="textRepeatNode" presStyleLbl="alignNode1" presStyleIdx="1" presStyleCnt="8">
        <dgm:presLayoutVars>
          <dgm:chMax val="0"/>
          <dgm:chPref val="0"/>
          <dgm:bulletEnabled val="1"/>
        </dgm:presLayoutVars>
      </dgm:prSet>
      <dgm:spPr/>
    </dgm:pt>
    <dgm:pt modelId="{FF32B1E7-2900-43AE-8B30-F2831706F59E}" type="pres">
      <dgm:prSet presAssocID="{B8F10F18-C120-4907-9F5B-B43BE88D02D2}" presName="textaccent2" presStyleCnt="0"/>
      <dgm:spPr/>
    </dgm:pt>
    <dgm:pt modelId="{74726E7F-141D-4CBF-8B51-E6F55B3FD627}" type="pres">
      <dgm:prSet presAssocID="{B8F10F18-C120-4907-9F5B-B43BE88D02D2}" presName="accentRepeatNode" presStyleLbl="solidAlignAcc1" presStyleIdx="2" presStyleCnt="16"/>
      <dgm:spPr/>
    </dgm:pt>
    <dgm:pt modelId="{E6201704-B4F2-4B49-8341-CA2BBFE70555}" type="pres">
      <dgm:prSet presAssocID="{53520802-D372-4925-B387-CEADB1C6D302}" presName="image2" presStyleCnt="0"/>
      <dgm:spPr/>
    </dgm:pt>
    <dgm:pt modelId="{B0FD83F8-863C-4CFE-AE2B-C234B396720D}" type="pres">
      <dgm:prSet presAssocID="{53520802-D372-4925-B387-CEADB1C6D302}" presName="imageRepeatNode" presStyleLbl="alignAcc1" presStyleIdx="1" presStyleCnt="8"/>
      <dgm:spPr/>
    </dgm:pt>
    <dgm:pt modelId="{F31B586F-B5C1-430E-848C-05F4396EEFE2}" type="pres">
      <dgm:prSet presAssocID="{53520802-D372-4925-B387-CEADB1C6D302}" presName="imageaccent2" presStyleCnt="0"/>
      <dgm:spPr/>
    </dgm:pt>
    <dgm:pt modelId="{D5860E29-9FA7-472B-8AEC-D9E74853817C}" type="pres">
      <dgm:prSet presAssocID="{53520802-D372-4925-B387-CEADB1C6D302}" presName="accentRepeatNode" presStyleLbl="solidAlignAcc1" presStyleIdx="3" presStyleCnt="16"/>
      <dgm:spPr/>
    </dgm:pt>
    <dgm:pt modelId="{DEA993B2-372A-41C0-A919-8E39AE464432}" type="pres">
      <dgm:prSet presAssocID="{D818FF2E-C985-4B17-B1E8-E7370ACB01B7}" presName="text3" presStyleCnt="0"/>
      <dgm:spPr/>
    </dgm:pt>
    <dgm:pt modelId="{E9EEAA1C-1717-40AF-A82D-7388B6CD2EAD}" type="pres">
      <dgm:prSet presAssocID="{D818FF2E-C985-4B17-B1E8-E7370ACB01B7}" presName="textRepeatNode" presStyleLbl="alignNode1" presStyleIdx="2" presStyleCnt="8">
        <dgm:presLayoutVars>
          <dgm:chMax val="0"/>
          <dgm:chPref val="0"/>
          <dgm:bulletEnabled val="1"/>
        </dgm:presLayoutVars>
      </dgm:prSet>
      <dgm:spPr/>
    </dgm:pt>
    <dgm:pt modelId="{4A37A33C-C229-4EA9-87DC-737A47054453}" type="pres">
      <dgm:prSet presAssocID="{D818FF2E-C985-4B17-B1E8-E7370ACB01B7}" presName="textaccent3" presStyleCnt="0"/>
      <dgm:spPr/>
    </dgm:pt>
    <dgm:pt modelId="{1CA88CD0-64EB-4B97-BC33-ACE17A3046EC}" type="pres">
      <dgm:prSet presAssocID="{D818FF2E-C985-4B17-B1E8-E7370ACB01B7}" presName="accentRepeatNode" presStyleLbl="solidAlignAcc1" presStyleIdx="4" presStyleCnt="16"/>
      <dgm:spPr/>
    </dgm:pt>
    <dgm:pt modelId="{17651F96-5BC0-41E6-A1A6-4D03490168E2}" type="pres">
      <dgm:prSet presAssocID="{A0559916-5951-4100-9FAB-584F9A396C01}" presName="image3" presStyleCnt="0"/>
      <dgm:spPr/>
    </dgm:pt>
    <dgm:pt modelId="{FE2499F2-22C3-4E72-8E24-2ED2CF1EB621}" type="pres">
      <dgm:prSet presAssocID="{A0559916-5951-4100-9FAB-584F9A396C01}" presName="imageRepeatNode" presStyleLbl="alignAcc1" presStyleIdx="2" presStyleCnt="8"/>
      <dgm:spPr/>
    </dgm:pt>
    <dgm:pt modelId="{B9849A17-60E2-4B9B-AE51-9C4BD55EC5D8}" type="pres">
      <dgm:prSet presAssocID="{A0559916-5951-4100-9FAB-584F9A396C01}" presName="imageaccent3" presStyleCnt="0"/>
      <dgm:spPr/>
    </dgm:pt>
    <dgm:pt modelId="{019E5B39-8ECA-4C58-8669-1BB7374072BB}" type="pres">
      <dgm:prSet presAssocID="{A0559916-5951-4100-9FAB-584F9A396C01}" presName="accentRepeatNode" presStyleLbl="solidAlignAcc1" presStyleIdx="5" presStyleCnt="16"/>
      <dgm:spPr/>
    </dgm:pt>
    <dgm:pt modelId="{4CE95DA8-1C76-452A-BF84-D7ABE0274D0D}" type="pres">
      <dgm:prSet presAssocID="{23ED9233-38A4-43B9-9AE0-F81BD1C5082C}" presName="text4" presStyleCnt="0"/>
      <dgm:spPr/>
    </dgm:pt>
    <dgm:pt modelId="{13FBDC1B-B968-4954-A415-FBBF0F237A11}" type="pres">
      <dgm:prSet presAssocID="{23ED9233-38A4-43B9-9AE0-F81BD1C5082C}" presName="textRepeatNode" presStyleLbl="alignNode1" presStyleIdx="3" presStyleCnt="8">
        <dgm:presLayoutVars>
          <dgm:chMax val="0"/>
          <dgm:chPref val="0"/>
          <dgm:bulletEnabled val="1"/>
        </dgm:presLayoutVars>
      </dgm:prSet>
      <dgm:spPr/>
    </dgm:pt>
    <dgm:pt modelId="{0045FF98-C387-43D0-8ED1-EF2A02E46614}" type="pres">
      <dgm:prSet presAssocID="{23ED9233-38A4-43B9-9AE0-F81BD1C5082C}" presName="textaccent4" presStyleCnt="0"/>
      <dgm:spPr/>
    </dgm:pt>
    <dgm:pt modelId="{8D69F4E7-6536-44B3-890A-203FE7EF4E56}" type="pres">
      <dgm:prSet presAssocID="{23ED9233-38A4-43B9-9AE0-F81BD1C5082C}" presName="accentRepeatNode" presStyleLbl="solidAlignAcc1" presStyleIdx="6" presStyleCnt="16"/>
      <dgm:spPr/>
    </dgm:pt>
    <dgm:pt modelId="{FA2D9325-936A-4AC3-A955-8DD3FC1528EB}" type="pres">
      <dgm:prSet presAssocID="{B9EA0989-A3CE-4A29-AAA1-CE537A209453}" presName="image4" presStyleCnt="0"/>
      <dgm:spPr/>
    </dgm:pt>
    <dgm:pt modelId="{B49B8837-B353-4286-B70E-9FC737E95396}" type="pres">
      <dgm:prSet presAssocID="{B9EA0989-A3CE-4A29-AAA1-CE537A209453}" presName="imageRepeatNode" presStyleLbl="alignAcc1" presStyleIdx="3" presStyleCnt="8"/>
      <dgm:spPr/>
    </dgm:pt>
    <dgm:pt modelId="{8AEB8EFC-D34D-4B25-BCA7-587692A5B828}" type="pres">
      <dgm:prSet presAssocID="{B9EA0989-A3CE-4A29-AAA1-CE537A209453}" presName="imageaccent4" presStyleCnt="0"/>
      <dgm:spPr/>
    </dgm:pt>
    <dgm:pt modelId="{4810498E-86BC-478A-8EC0-16EF36FBE7FD}" type="pres">
      <dgm:prSet presAssocID="{B9EA0989-A3CE-4A29-AAA1-CE537A209453}" presName="accentRepeatNode" presStyleLbl="solidAlignAcc1" presStyleIdx="7" presStyleCnt="16"/>
      <dgm:spPr/>
    </dgm:pt>
    <dgm:pt modelId="{55268907-BCAF-453D-AD0B-1E1C6D5CDA83}" type="pres">
      <dgm:prSet presAssocID="{C6E3FD04-6749-4791-B997-51D5EA7B61E6}" presName="text5" presStyleCnt="0"/>
      <dgm:spPr/>
    </dgm:pt>
    <dgm:pt modelId="{A80E46CB-DE76-447F-88A0-EB83B56CE5A8}" type="pres">
      <dgm:prSet presAssocID="{C6E3FD04-6749-4791-B997-51D5EA7B61E6}" presName="textRepeatNode" presStyleLbl="alignNode1" presStyleIdx="4" presStyleCnt="8">
        <dgm:presLayoutVars>
          <dgm:chMax val="0"/>
          <dgm:chPref val="0"/>
          <dgm:bulletEnabled val="1"/>
        </dgm:presLayoutVars>
      </dgm:prSet>
      <dgm:spPr/>
    </dgm:pt>
    <dgm:pt modelId="{3C92BD36-7C07-486A-B428-06D0171EF5D5}" type="pres">
      <dgm:prSet presAssocID="{C6E3FD04-6749-4791-B997-51D5EA7B61E6}" presName="textaccent5" presStyleCnt="0"/>
      <dgm:spPr/>
    </dgm:pt>
    <dgm:pt modelId="{847B4D62-C24D-49D4-8231-6193EC723C0D}" type="pres">
      <dgm:prSet presAssocID="{C6E3FD04-6749-4791-B997-51D5EA7B61E6}" presName="accentRepeatNode" presStyleLbl="solidAlignAcc1" presStyleIdx="8" presStyleCnt="16"/>
      <dgm:spPr/>
    </dgm:pt>
    <dgm:pt modelId="{CE6E1121-57C4-4033-9379-E5786716582A}" type="pres">
      <dgm:prSet presAssocID="{2870452A-9F4D-41D0-BD95-6EB728C7F16B}" presName="image5" presStyleCnt="0"/>
      <dgm:spPr/>
    </dgm:pt>
    <dgm:pt modelId="{1AAF44FB-D2E7-4FFB-B182-9838C2219D7F}" type="pres">
      <dgm:prSet presAssocID="{2870452A-9F4D-41D0-BD95-6EB728C7F16B}" presName="imageRepeatNode" presStyleLbl="alignAcc1" presStyleIdx="4" presStyleCnt="8"/>
      <dgm:spPr/>
    </dgm:pt>
    <dgm:pt modelId="{6D0A242F-14A7-460A-B68B-B8D05EBB6ECC}" type="pres">
      <dgm:prSet presAssocID="{2870452A-9F4D-41D0-BD95-6EB728C7F16B}" presName="imageaccent5" presStyleCnt="0"/>
      <dgm:spPr/>
    </dgm:pt>
    <dgm:pt modelId="{9C7D5A0A-AB00-4647-8BAD-4F4B0C8497A3}" type="pres">
      <dgm:prSet presAssocID="{2870452A-9F4D-41D0-BD95-6EB728C7F16B}" presName="accentRepeatNode" presStyleLbl="solidAlignAcc1" presStyleIdx="9" presStyleCnt="16"/>
      <dgm:spPr/>
    </dgm:pt>
    <dgm:pt modelId="{7561DC85-ECF4-403C-AE90-7EB94B10A23D}" type="pres">
      <dgm:prSet presAssocID="{FC793388-CD81-49FD-B615-790D6AB6E33F}" presName="text6" presStyleCnt="0"/>
      <dgm:spPr/>
    </dgm:pt>
    <dgm:pt modelId="{016195EA-9DDC-4457-94EC-FFF6374EC71A}" type="pres">
      <dgm:prSet presAssocID="{FC793388-CD81-49FD-B615-790D6AB6E33F}" presName="textRepeatNode" presStyleLbl="alignNode1" presStyleIdx="5" presStyleCnt="8">
        <dgm:presLayoutVars>
          <dgm:chMax val="0"/>
          <dgm:chPref val="0"/>
          <dgm:bulletEnabled val="1"/>
        </dgm:presLayoutVars>
      </dgm:prSet>
      <dgm:spPr/>
    </dgm:pt>
    <dgm:pt modelId="{A21C99C9-2867-48C1-AB36-03175D545FB1}" type="pres">
      <dgm:prSet presAssocID="{FC793388-CD81-49FD-B615-790D6AB6E33F}" presName="textaccent6" presStyleCnt="0"/>
      <dgm:spPr/>
    </dgm:pt>
    <dgm:pt modelId="{2EB799F6-6790-4A6E-8823-A67ACC4DA33C}" type="pres">
      <dgm:prSet presAssocID="{FC793388-CD81-49FD-B615-790D6AB6E33F}" presName="accentRepeatNode" presStyleLbl="solidAlignAcc1" presStyleIdx="10" presStyleCnt="16"/>
      <dgm:spPr/>
    </dgm:pt>
    <dgm:pt modelId="{426FA741-7BDD-4ACF-A77C-3D9305AC61AE}" type="pres">
      <dgm:prSet presAssocID="{B82AB49F-40F3-4542-8BE6-94D7AE145302}" presName="image6" presStyleCnt="0"/>
      <dgm:spPr/>
    </dgm:pt>
    <dgm:pt modelId="{F8072EE4-03DB-4E44-A7B4-CC38E889AE54}" type="pres">
      <dgm:prSet presAssocID="{B82AB49F-40F3-4542-8BE6-94D7AE145302}" presName="imageRepeatNode" presStyleLbl="alignAcc1" presStyleIdx="5" presStyleCnt="8"/>
      <dgm:spPr/>
    </dgm:pt>
    <dgm:pt modelId="{B1386E99-BC51-4AC0-A9AC-164EF4CE4D3B}" type="pres">
      <dgm:prSet presAssocID="{B82AB49F-40F3-4542-8BE6-94D7AE145302}" presName="imageaccent6" presStyleCnt="0"/>
      <dgm:spPr/>
    </dgm:pt>
    <dgm:pt modelId="{EDD7647D-8694-4A8A-A19D-37A1BFD3698B}" type="pres">
      <dgm:prSet presAssocID="{B82AB49F-40F3-4542-8BE6-94D7AE145302}" presName="accentRepeatNode" presStyleLbl="solidAlignAcc1" presStyleIdx="11" presStyleCnt="16"/>
      <dgm:spPr/>
    </dgm:pt>
    <dgm:pt modelId="{FE225661-8F6C-4DB5-BB2B-43835EEAE328}" type="pres">
      <dgm:prSet presAssocID="{CD1E7F59-8D0A-479D-97C7-187950D1F3E1}" presName="text7" presStyleCnt="0"/>
      <dgm:spPr/>
    </dgm:pt>
    <dgm:pt modelId="{D2C93E57-91AB-4506-9383-A6EEC1B58EA7}" type="pres">
      <dgm:prSet presAssocID="{CD1E7F59-8D0A-479D-97C7-187950D1F3E1}" presName="textRepeatNode" presStyleLbl="alignNode1" presStyleIdx="6" presStyleCnt="8">
        <dgm:presLayoutVars>
          <dgm:chMax val="0"/>
          <dgm:chPref val="0"/>
          <dgm:bulletEnabled val="1"/>
        </dgm:presLayoutVars>
      </dgm:prSet>
      <dgm:spPr/>
    </dgm:pt>
    <dgm:pt modelId="{8781B0B6-F321-4329-851D-CEC8EFEFC3E8}" type="pres">
      <dgm:prSet presAssocID="{CD1E7F59-8D0A-479D-97C7-187950D1F3E1}" presName="textaccent7" presStyleCnt="0"/>
      <dgm:spPr/>
    </dgm:pt>
    <dgm:pt modelId="{39B9A239-1C8E-46AB-BD78-619E69718189}" type="pres">
      <dgm:prSet presAssocID="{CD1E7F59-8D0A-479D-97C7-187950D1F3E1}" presName="accentRepeatNode" presStyleLbl="solidAlignAcc1" presStyleIdx="12" presStyleCnt="16"/>
      <dgm:spPr/>
    </dgm:pt>
    <dgm:pt modelId="{93B42377-6293-4941-B60C-8485D99D84D6}" type="pres">
      <dgm:prSet presAssocID="{D2419A84-6576-4F36-9C96-49B994DFE502}" presName="image7" presStyleCnt="0"/>
      <dgm:spPr/>
    </dgm:pt>
    <dgm:pt modelId="{B22E4F7E-5348-450F-AA07-E3525FE97398}" type="pres">
      <dgm:prSet presAssocID="{D2419A84-6576-4F36-9C96-49B994DFE502}" presName="imageRepeatNode" presStyleLbl="alignAcc1" presStyleIdx="6" presStyleCnt="8"/>
      <dgm:spPr/>
    </dgm:pt>
    <dgm:pt modelId="{18720254-436D-4040-8A43-79FCC291CF52}" type="pres">
      <dgm:prSet presAssocID="{D2419A84-6576-4F36-9C96-49B994DFE502}" presName="imageaccent7" presStyleCnt="0"/>
      <dgm:spPr/>
    </dgm:pt>
    <dgm:pt modelId="{0D6C80FF-9F54-4839-9DE4-2CEB21D01520}" type="pres">
      <dgm:prSet presAssocID="{D2419A84-6576-4F36-9C96-49B994DFE502}" presName="accentRepeatNode" presStyleLbl="solidAlignAcc1" presStyleIdx="13" presStyleCnt="16"/>
      <dgm:spPr/>
    </dgm:pt>
    <dgm:pt modelId="{5BCE6536-71EC-468F-9C9E-CE9B512D0B25}" type="pres">
      <dgm:prSet presAssocID="{136EC4A6-6228-49E7-8961-37BCDE6FE82F}" presName="text8" presStyleCnt="0"/>
      <dgm:spPr/>
    </dgm:pt>
    <dgm:pt modelId="{3C57E107-E84C-45C5-B208-86B049C8C2AB}" type="pres">
      <dgm:prSet presAssocID="{136EC4A6-6228-49E7-8961-37BCDE6FE82F}" presName="textRepeatNode" presStyleLbl="alignNode1" presStyleIdx="7" presStyleCnt="8">
        <dgm:presLayoutVars>
          <dgm:chMax val="0"/>
          <dgm:chPref val="0"/>
          <dgm:bulletEnabled val="1"/>
        </dgm:presLayoutVars>
      </dgm:prSet>
      <dgm:spPr/>
    </dgm:pt>
    <dgm:pt modelId="{422060CC-535A-4E91-8025-D106A5EEEE0D}" type="pres">
      <dgm:prSet presAssocID="{136EC4A6-6228-49E7-8961-37BCDE6FE82F}" presName="textaccent8" presStyleCnt="0"/>
      <dgm:spPr/>
    </dgm:pt>
    <dgm:pt modelId="{E55E3917-85A2-45E1-A9A1-B0C344CD5835}" type="pres">
      <dgm:prSet presAssocID="{136EC4A6-6228-49E7-8961-37BCDE6FE82F}" presName="accentRepeatNode" presStyleLbl="solidAlignAcc1" presStyleIdx="14" presStyleCnt="16"/>
      <dgm:spPr/>
    </dgm:pt>
    <dgm:pt modelId="{8DEAAFBD-92D2-4EC2-9D65-2B2D2B5B4B06}" type="pres">
      <dgm:prSet presAssocID="{26BDEA41-FB5B-4C4B-96E8-C3F23078C081}" presName="image8" presStyleCnt="0"/>
      <dgm:spPr/>
    </dgm:pt>
    <dgm:pt modelId="{0E683B50-EB3A-489E-AB15-A8361D3B86F0}" type="pres">
      <dgm:prSet presAssocID="{26BDEA41-FB5B-4C4B-96E8-C3F23078C081}" presName="imageRepeatNode" presStyleLbl="alignAcc1" presStyleIdx="7" presStyleCnt="8"/>
      <dgm:spPr/>
    </dgm:pt>
    <dgm:pt modelId="{45DF457B-3877-4C33-B5D2-745D95CE98EB}" type="pres">
      <dgm:prSet presAssocID="{26BDEA41-FB5B-4C4B-96E8-C3F23078C081}" presName="imageaccent8" presStyleCnt="0"/>
      <dgm:spPr/>
    </dgm:pt>
    <dgm:pt modelId="{3F8E2DF7-B8BC-4A25-B55B-96DFAB9E0136}" type="pres">
      <dgm:prSet presAssocID="{26BDEA41-FB5B-4C4B-96E8-C3F23078C081}" presName="accentRepeatNode" presStyleLbl="solidAlignAcc1" presStyleIdx="15" presStyleCnt="16"/>
      <dgm:spPr/>
    </dgm:pt>
  </dgm:ptLst>
  <dgm:cxnLst>
    <dgm:cxn modelId="{50AB290B-F27B-4F74-AA58-77D44F8AF78F}" type="presOf" srcId="{C6E3FD04-6749-4791-B997-51D5EA7B61E6}" destId="{A80E46CB-DE76-447F-88A0-EB83B56CE5A8}" srcOrd="0" destOrd="0" presId="urn:microsoft.com/office/officeart/2008/layout/HexagonCluster"/>
    <dgm:cxn modelId="{EBC3AD26-4D80-47C6-A6D6-434CD0A9A373}" type="presOf" srcId="{CD1E7F59-8D0A-479D-97C7-187950D1F3E1}" destId="{D2C93E57-91AB-4506-9383-A6EEC1B58EA7}" srcOrd="0" destOrd="0" presId="urn:microsoft.com/office/officeart/2008/layout/HexagonCluster"/>
    <dgm:cxn modelId="{3EEAD931-8173-4CA2-86CF-2E8EDC7504B6}" type="presOf" srcId="{2B4C7A2C-443B-4DA3-A12F-DED5D1B3FF9A}" destId="{395E871B-2AFA-4C05-A9B2-269D94BFA837}" srcOrd="0" destOrd="0" presId="urn:microsoft.com/office/officeart/2008/layout/HexagonCluster"/>
    <dgm:cxn modelId="{A116C03C-E835-4E1A-897D-F5A401BB1E72}" type="presOf" srcId="{23ED9233-38A4-43B9-9AE0-F81BD1C5082C}" destId="{13FBDC1B-B968-4954-A415-FBBF0F237A11}" srcOrd="0" destOrd="0" presId="urn:microsoft.com/office/officeart/2008/layout/HexagonCluster"/>
    <dgm:cxn modelId="{F824A960-D38E-4E92-9738-9B6B72DE3C7C}" srcId="{C4A48F68-FDC9-4D11-BB3A-6C4BD6D32367}" destId="{B8F10F18-C120-4907-9F5B-B43BE88D02D2}" srcOrd="1" destOrd="0" parTransId="{BF2CA519-69A1-4FC7-9EE3-5F9D6E29C74F}" sibTransId="{53520802-D372-4925-B387-CEADB1C6D302}"/>
    <dgm:cxn modelId="{2DBEC347-1E93-41A4-9242-C674A8CBE7DC}" type="presOf" srcId="{26BDEA41-FB5B-4C4B-96E8-C3F23078C081}" destId="{0E683B50-EB3A-489E-AB15-A8361D3B86F0}" srcOrd="0" destOrd="0" presId="urn:microsoft.com/office/officeart/2008/layout/HexagonCluster"/>
    <dgm:cxn modelId="{801A406B-0024-433B-AEA2-4C1ED6A40639}" type="presOf" srcId="{B8F10F18-C120-4907-9F5B-B43BE88D02D2}" destId="{3447E5A3-2B5C-4976-AD90-F1AE7054FD66}" srcOrd="0" destOrd="0" presId="urn:microsoft.com/office/officeart/2008/layout/HexagonCluster"/>
    <dgm:cxn modelId="{DD52BA54-FEF7-4B8C-B2E3-D972D2130CCA}" type="presOf" srcId="{D818FF2E-C985-4B17-B1E8-E7370ACB01B7}" destId="{E9EEAA1C-1717-40AF-A82D-7388B6CD2EAD}" srcOrd="0" destOrd="0" presId="urn:microsoft.com/office/officeart/2008/layout/HexagonCluster"/>
    <dgm:cxn modelId="{A8CC1077-1050-446B-880A-31AEAC304BE3}" type="presOf" srcId="{2870452A-9F4D-41D0-BD95-6EB728C7F16B}" destId="{1AAF44FB-D2E7-4FFB-B182-9838C2219D7F}" srcOrd="0" destOrd="0" presId="urn:microsoft.com/office/officeart/2008/layout/HexagonCluster"/>
    <dgm:cxn modelId="{FE38E158-60A5-48C2-9099-19CD5B27599C}" type="presOf" srcId="{136EC4A6-6228-49E7-8961-37BCDE6FE82F}" destId="{3C57E107-E84C-45C5-B208-86B049C8C2AB}" srcOrd="0" destOrd="0" presId="urn:microsoft.com/office/officeart/2008/layout/HexagonCluster"/>
    <dgm:cxn modelId="{12824E7C-C98F-46C4-AAF0-35BBE5970F70}" type="presOf" srcId="{A0559916-5951-4100-9FAB-584F9A396C01}" destId="{FE2499F2-22C3-4E72-8E24-2ED2CF1EB621}" srcOrd="0" destOrd="0" presId="urn:microsoft.com/office/officeart/2008/layout/HexagonCluster"/>
    <dgm:cxn modelId="{596B4D84-C23D-4AC9-9C12-55C28F572197}" type="presOf" srcId="{B9EA0989-A3CE-4A29-AAA1-CE537A209453}" destId="{B49B8837-B353-4286-B70E-9FC737E95396}" srcOrd="0" destOrd="0" presId="urn:microsoft.com/office/officeart/2008/layout/HexagonCluster"/>
    <dgm:cxn modelId="{DF0D4198-F3BC-4407-B0AA-6461440F6BA2}" srcId="{C4A48F68-FDC9-4D11-BB3A-6C4BD6D32367}" destId="{23ED9233-38A4-43B9-9AE0-F81BD1C5082C}" srcOrd="3" destOrd="0" parTransId="{BF768029-2DCE-4F0D-8C79-2D22268443CC}" sibTransId="{B9EA0989-A3CE-4A29-AAA1-CE537A209453}"/>
    <dgm:cxn modelId="{DF20209A-23AF-458A-B0AA-DD46B4740D16}" srcId="{C4A48F68-FDC9-4D11-BB3A-6C4BD6D32367}" destId="{C6E3FD04-6749-4791-B997-51D5EA7B61E6}" srcOrd="4" destOrd="0" parTransId="{346F0524-64C2-4609-82E3-032023419FF1}" sibTransId="{2870452A-9F4D-41D0-BD95-6EB728C7F16B}"/>
    <dgm:cxn modelId="{22122CAD-997B-4379-A98E-A3650CF15C25}" type="presOf" srcId="{C4A48F68-FDC9-4D11-BB3A-6C4BD6D32367}" destId="{DE3B3BD3-4F71-4FDE-91D0-D4FA67AEA42D}" srcOrd="0" destOrd="0" presId="urn:microsoft.com/office/officeart/2008/layout/HexagonCluster"/>
    <dgm:cxn modelId="{543750AE-4C7E-49C0-A96D-69162C8202EA}" type="presOf" srcId="{2E16265F-09CA-474C-8664-2A8CE004B4EE}" destId="{6A8A3380-065F-489F-9162-CDC75FCFD61C}" srcOrd="0" destOrd="0" presId="urn:microsoft.com/office/officeart/2008/layout/HexagonCluster"/>
    <dgm:cxn modelId="{27D5CAB7-AD28-4CEC-9AFF-357585E00B91}" type="presOf" srcId="{D2419A84-6576-4F36-9C96-49B994DFE502}" destId="{B22E4F7E-5348-450F-AA07-E3525FE97398}" srcOrd="0" destOrd="0" presId="urn:microsoft.com/office/officeart/2008/layout/HexagonCluster"/>
    <dgm:cxn modelId="{975F11BD-8F8A-4649-87E9-7CF453407D12}" type="presOf" srcId="{B82AB49F-40F3-4542-8BE6-94D7AE145302}" destId="{F8072EE4-03DB-4E44-A7B4-CC38E889AE54}" srcOrd="0" destOrd="0" presId="urn:microsoft.com/office/officeart/2008/layout/HexagonCluster"/>
    <dgm:cxn modelId="{15988CBE-BBF1-4F37-A62D-EFBFA0BC42FD}" srcId="{C4A48F68-FDC9-4D11-BB3A-6C4BD6D32367}" destId="{D818FF2E-C985-4B17-B1E8-E7370ACB01B7}" srcOrd="2" destOrd="0" parTransId="{B0649C95-5B05-4BFE-B692-B4B3249136ED}" sibTransId="{A0559916-5951-4100-9FAB-584F9A396C01}"/>
    <dgm:cxn modelId="{E83DD7CB-0D0A-4381-A12E-8F6D96D6AE2F}" srcId="{C4A48F68-FDC9-4D11-BB3A-6C4BD6D32367}" destId="{2B4C7A2C-443B-4DA3-A12F-DED5D1B3FF9A}" srcOrd="0" destOrd="0" parTransId="{7DACF53A-EAA2-4568-B29D-A8AB0A25DE8C}" sibTransId="{2E16265F-09CA-474C-8664-2A8CE004B4EE}"/>
    <dgm:cxn modelId="{FB82A4DD-F757-4C15-B9A0-4E29BFB00E04}" type="presOf" srcId="{53520802-D372-4925-B387-CEADB1C6D302}" destId="{B0FD83F8-863C-4CFE-AE2B-C234B396720D}" srcOrd="0" destOrd="0" presId="urn:microsoft.com/office/officeart/2008/layout/HexagonCluster"/>
    <dgm:cxn modelId="{462B12E3-C131-457A-8E9C-5C92C41DDC5E}" type="presOf" srcId="{FC793388-CD81-49FD-B615-790D6AB6E33F}" destId="{016195EA-9DDC-4457-94EC-FFF6374EC71A}" srcOrd="0" destOrd="0" presId="urn:microsoft.com/office/officeart/2008/layout/HexagonCluster"/>
    <dgm:cxn modelId="{3E6F07E4-8F6E-46E3-ABC0-65FCFA5A0E48}" srcId="{C4A48F68-FDC9-4D11-BB3A-6C4BD6D32367}" destId="{FC793388-CD81-49FD-B615-790D6AB6E33F}" srcOrd="5" destOrd="0" parTransId="{F03E7DE7-C9E4-48B8-A274-CC66EAC85A14}" sibTransId="{B82AB49F-40F3-4542-8BE6-94D7AE145302}"/>
    <dgm:cxn modelId="{869B57E5-3929-41C7-A74B-AA8E4B0FAC38}" srcId="{C4A48F68-FDC9-4D11-BB3A-6C4BD6D32367}" destId="{CD1E7F59-8D0A-479D-97C7-187950D1F3E1}" srcOrd="6" destOrd="0" parTransId="{FA562B0E-5807-43CE-9675-747D3465A84E}" sibTransId="{D2419A84-6576-4F36-9C96-49B994DFE502}"/>
    <dgm:cxn modelId="{E25665EC-8291-4D45-9AE4-238C955C51EB}" srcId="{C4A48F68-FDC9-4D11-BB3A-6C4BD6D32367}" destId="{136EC4A6-6228-49E7-8961-37BCDE6FE82F}" srcOrd="7" destOrd="0" parTransId="{BC518A2D-AC15-415D-B1A8-50543A5FA6F9}" sibTransId="{26BDEA41-FB5B-4C4B-96E8-C3F23078C081}"/>
    <dgm:cxn modelId="{71FB6D5B-6FBA-43E7-A663-901427638431}" type="presParOf" srcId="{DE3B3BD3-4F71-4FDE-91D0-D4FA67AEA42D}" destId="{F045691B-27C3-4754-ABBB-0AC144F8A088}" srcOrd="0" destOrd="0" presId="urn:microsoft.com/office/officeart/2008/layout/HexagonCluster"/>
    <dgm:cxn modelId="{EDC08520-6504-42F1-A052-CC0C1CF0A29D}" type="presParOf" srcId="{F045691B-27C3-4754-ABBB-0AC144F8A088}" destId="{395E871B-2AFA-4C05-A9B2-269D94BFA837}" srcOrd="0" destOrd="0" presId="urn:microsoft.com/office/officeart/2008/layout/HexagonCluster"/>
    <dgm:cxn modelId="{D2733675-1285-4077-92DD-99092FFD8D5B}" type="presParOf" srcId="{DE3B3BD3-4F71-4FDE-91D0-D4FA67AEA42D}" destId="{346F7973-C2F5-4794-A89F-883F4DE0543F}" srcOrd="1" destOrd="0" presId="urn:microsoft.com/office/officeart/2008/layout/HexagonCluster"/>
    <dgm:cxn modelId="{C2BDE534-C171-4CFE-AD68-AD0CE565C22C}" type="presParOf" srcId="{346F7973-C2F5-4794-A89F-883F4DE0543F}" destId="{737843F1-9768-4604-91CF-8A363BDEBCC3}" srcOrd="0" destOrd="0" presId="urn:microsoft.com/office/officeart/2008/layout/HexagonCluster"/>
    <dgm:cxn modelId="{C01BB12F-01E2-4A48-B176-8A6A683B11F9}" type="presParOf" srcId="{DE3B3BD3-4F71-4FDE-91D0-D4FA67AEA42D}" destId="{C1838958-FCA4-4146-9FF4-539FADED8ED3}" srcOrd="2" destOrd="0" presId="urn:microsoft.com/office/officeart/2008/layout/HexagonCluster"/>
    <dgm:cxn modelId="{1F2EF698-65CF-41EF-A572-D3C826F5255F}" type="presParOf" srcId="{C1838958-FCA4-4146-9FF4-539FADED8ED3}" destId="{6A8A3380-065F-489F-9162-CDC75FCFD61C}" srcOrd="0" destOrd="0" presId="urn:microsoft.com/office/officeart/2008/layout/HexagonCluster"/>
    <dgm:cxn modelId="{F392DFEA-BF81-4815-8215-DBEA5D6F85CC}" type="presParOf" srcId="{DE3B3BD3-4F71-4FDE-91D0-D4FA67AEA42D}" destId="{37C2BD52-FCA7-4F0B-9584-15151040F9CF}" srcOrd="3" destOrd="0" presId="urn:microsoft.com/office/officeart/2008/layout/HexagonCluster"/>
    <dgm:cxn modelId="{6B72C7EE-8CB5-46BE-96BC-5557C2376F35}" type="presParOf" srcId="{37C2BD52-FCA7-4F0B-9584-15151040F9CF}" destId="{22DFD20F-25D3-4C50-9784-0EBF70A7E6C9}" srcOrd="0" destOrd="0" presId="urn:microsoft.com/office/officeart/2008/layout/HexagonCluster"/>
    <dgm:cxn modelId="{B2E2FCDD-92C6-4DEF-BEC6-32220A210700}" type="presParOf" srcId="{DE3B3BD3-4F71-4FDE-91D0-D4FA67AEA42D}" destId="{BE8331AA-41D4-414E-9799-D1385BF64F80}" srcOrd="4" destOrd="0" presId="urn:microsoft.com/office/officeart/2008/layout/HexagonCluster"/>
    <dgm:cxn modelId="{35F77E0B-714B-4650-B534-8FD5077517F6}" type="presParOf" srcId="{BE8331AA-41D4-414E-9799-D1385BF64F80}" destId="{3447E5A3-2B5C-4976-AD90-F1AE7054FD66}" srcOrd="0" destOrd="0" presId="urn:microsoft.com/office/officeart/2008/layout/HexagonCluster"/>
    <dgm:cxn modelId="{45D89D3F-9421-4463-8E8C-F45D783FEB5D}" type="presParOf" srcId="{DE3B3BD3-4F71-4FDE-91D0-D4FA67AEA42D}" destId="{FF32B1E7-2900-43AE-8B30-F2831706F59E}" srcOrd="5" destOrd="0" presId="urn:microsoft.com/office/officeart/2008/layout/HexagonCluster"/>
    <dgm:cxn modelId="{73A1D954-BF37-4AF8-9D63-88316C7E4E18}" type="presParOf" srcId="{FF32B1E7-2900-43AE-8B30-F2831706F59E}" destId="{74726E7F-141D-4CBF-8B51-E6F55B3FD627}" srcOrd="0" destOrd="0" presId="urn:microsoft.com/office/officeart/2008/layout/HexagonCluster"/>
    <dgm:cxn modelId="{60BDF8E3-27FB-40D2-9509-00C504D190D6}" type="presParOf" srcId="{DE3B3BD3-4F71-4FDE-91D0-D4FA67AEA42D}" destId="{E6201704-B4F2-4B49-8341-CA2BBFE70555}" srcOrd="6" destOrd="0" presId="urn:microsoft.com/office/officeart/2008/layout/HexagonCluster"/>
    <dgm:cxn modelId="{715D0B57-C08C-4AD3-8DE2-3614222EA4A4}" type="presParOf" srcId="{E6201704-B4F2-4B49-8341-CA2BBFE70555}" destId="{B0FD83F8-863C-4CFE-AE2B-C234B396720D}" srcOrd="0" destOrd="0" presId="urn:microsoft.com/office/officeart/2008/layout/HexagonCluster"/>
    <dgm:cxn modelId="{EB6A21BC-377F-4B0E-95CA-37BB695223E2}" type="presParOf" srcId="{DE3B3BD3-4F71-4FDE-91D0-D4FA67AEA42D}" destId="{F31B586F-B5C1-430E-848C-05F4396EEFE2}" srcOrd="7" destOrd="0" presId="urn:microsoft.com/office/officeart/2008/layout/HexagonCluster"/>
    <dgm:cxn modelId="{0A312193-FF13-4633-8C90-C90E0D58E519}" type="presParOf" srcId="{F31B586F-B5C1-430E-848C-05F4396EEFE2}" destId="{D5860E29-9FA7-472B-8AEC-D9E74853817C}" srcOrd="0" destOrd="0" presId="urn:microsoft.com/office/officeart/2008/layout/HexagonCluster"/>
    <dgm:cxn modelId="{D6F8A66C-2291-49CF-AEA4-EEE012AEC0CD}" type="presParOf" srcId="{DE3B3BD3-4F71-4FDE-91D0-D4FA67AEA42D}" destId="{DEA993B2-372A-41C0-A919-8E39AE464432}" srcOrd="8" destOrd="0" presId="urn:microsoft.com/office/officeart/2008/layout/HexagonCluster"/>
    <dgm:cxn modelId="{21D8B3FF-123F-48D0-B459-0B8D128FEDF3}" type="presParOf" srcId="{DEA993B2-372A-41C0-A919-8E39AE464432}" destId="{E9EEAA1C-1717-40AF-A82D-7388B6CD2EAD}" srcOrd="0" destOrd="0" presId="urn:microsoft.com/office/officeart/2008/layout/HexagonCluster"/>
    <dgm:cxn modelId="{E15A5493-99D8-48A5-833B-EF65D13A72F5}" type="presParOf" srcId="{DE3B3BD3-4F71-4FDE-91D0-D4FA67AEA42D}" destId="{4A37A33C-C229-4EA9-87DC-737A47054453}" srcOrd="9" destOrd="0" presId="urn:microsoft.com/office/officeart/2008/layout/HexagonCluster"/>
    <dgm:cxn modelId="{2C504D43-3FEF-43A7-883D-B52BCAB42EEC}" type="presParOf" srcId="{4A37A33C-C229-4EA9-87DC-737A47054453}" destId="{1CA88CD0-64EB-4B97-BC33-ACE17A3046EC}" srcOrd="0" destOrd="0" presId="urn:microsoft.com/office/officeart/2008/layout/HexagonCluster"/>
    <dgm:cxn modelId="{03B9E498-EFD8-4429-A475-8404A38C614A}" type="presParOf" srcId="{DE3B3BD3-4F71-4FDE-91D0-D4FA67AEA42D}" destId="{17651F96-5BC0-41E6-A1A6-4D03490168E2}" srcOrd="10" destOrd="0" presId="urn:microsoft.com/office/officeart/2008/layout/HexagonCluster"/>
    <dgm:cxn modelId="{147BC259-6E69-4E9E-B036-E9B797000C29}" type="presParOf" srcId="{17651F96-5BC0-41E6-A1A6-4D03490168E2}" destId="{FE2499F2-22C3-4E72-8E24-2ED2CF1EB621}" srcOrd="0" destOrd="0" presId="urn:microsoft.com/office/officeart/2008/layout/HexagonCluster"/>
    <dgm:cxn modelId="{A605FD5B-F08E-40E0-A44C-D164A53A32DB}" type="presParOf" srcId="{DE3B3BD3-4F71-4FDE-91D0-D4FA67AEA42D}" destId="{B9849A17-60E2-4B9B-AE51-9C4BD55EC5D8}" srcOrd="11" destOrd="0" presId="urn:microsoft.com/office/officeart/2008/layout/HexagonCluster"/>
    <dgm:cxn modelId="{70891F20-9E6B-4FFC-BF05-5AD0D21FB176}" type="presParOf" srcId="{B9849A17-60E2-4B9B-AE51-9C4BD55EC5D8}" destId="{019E5B39-8ECA-4C58-8669-1BB7374072BB}" srcOrd="0" destOrd="0" presId="urn:microsoft.com/office/officeart/2008/layout/HexagonCluster"/>
    <dgm:cxn modelId="{0B6EB223-F130-40C9-8B52-59C9AFABD928}" type="presParOf" srcId="{DE3B3BD3-4F71-4FDE-91D0-D4FA67AEA42D}" destId="{4CE95DA8-1C76-452A-BF84-D7ABE0274D0D}" srcOrd="12" destOrd="0" presId="urn:microsoft.com/office/officeart/2008/layout/HexagonCluster"/>
    <dgm:cxn modelId="{BF4C001B-B84D-4EF8-ADBF-F4A01D4F24D6}" type="presParOf" srcId="{4CE95DA8-1C76-452A-BF84-D7ABE0274D0D}" destId="{13FBDC1B-B968-4954-A415-FBBF0F237A11}" srcOrd="0" destOrd="0" presId="urn:microsoft.com/office/officeart/2008/layout/HexagonCluster"/>
    <dgm:cxn modelId="{12D90FE4-456E-4753-B3A7-0EC1B3C9F810}" type="presParOf" srcId="{DE3B3BD3-4F71-4FDE-91D0-D4FA67AEA42D}" destId="{0045FF98-C387-43D0-8ED1-EF2A02E46614}" srcOrd="13" destOrd="0" presId="urn:microsoft.com/office/officeart/2008/layout/HexagonCluster"/>
    <dgm:cxn modelId="{2E342C1E-AE4C-4EF0-B898-507BC9B76198}" type="presParOf" srcId="{0045FF98-C387-43D0-8ED1-EF2A02E46614}" destId="{8D69F4E7-6536-44B3-890A-203FE7EF4E56}" srcOrd="0" destOrd="0" presId="urn:microsoft.com/office/officeart/2008/layout/HexagonCluster"/>
    <dgm:cxn modelId="{5CE9AE30-A647-405E-A84F-2A7B179F137E}" type="presParOf" srcId="{DE3B3BD3-4F71-4FDE-91D0-D4FA67AEA42D}" destId="{FA2D9325-936A-4AC3-A955-8DD3FC1528EB}" srcOrd="14" destOrd="0" presId="urn:microsoft.com/office/officeart/2008/layout/HexagonCluster"/>
    <dgm:cxn modelId="{0C3C2C6E-CCDC-455A-A616-DB3228CDECAC}" type="presParOf" srcId="{FA2D9325-936A-4AC3-A955-8DD3FC1528EB}" destId="{B49B8837-B353-4286-B70E-9FC737E95396}" srcOrd="0" destOrd="0" presId="urn:microsoft.com/office/officeart/2008/layout/HexagonCluster"/>
    <dgm:cxn modelId="{5D6B5EEB-244F-4AAE-98BF-5F031F2B1F3F}" type="presParOf" srcId="{DE3B3BD3-4F71-4FDE-91D0-D4FA67AEA42D}" destId="{8AEB8EFC-D34D-4B25-BCA7-587692A5B828}" srcOrd="15" destOrd="0" presId="urn:microsoft.com/office/officeart/2008/layout/HexagonCluster"/>
    <dgm:cxn modelId="{8DA98AD7-DE92-4FCD-83AF-B8AC20895802}" type="presParOf" srcId="{8AEB8EFC-D34D-4B25-BCA7-587692A5B828}" destId="{4810498E-86BC-478A-8EC0-16EF36FBE7FD}" srcOrd="0" destOrd="0" presId="urn:microsoft.com/office/officeart/2008/layout/HexagonCluster"/>
    <dgm:cxn modelId="{5D33F99B-1195-407B-AF74-246A848AB55A}" type="presParOf" srcId="{DE3B3BD3-4F71-4FDE-91D0-D4FA67AEA42D}" destId="{55268907-BCAF-453D-AD0B-1E1C6D5CDA83}" srcOrd="16" destOrd="0" presId="urn:microsoft.com/office/officeart/2008/layout/HexagonCluster"/>
    <dgm:cxn modelId="{EB5DBF58-BD4F-494F-B260-7CDD0EBB3F2E}" type="presParOf" srcId="{55268907-BCAF-453D-AD0B-1E1C6D5CDA83}" destId="{A80E46CB-DE76-447F-88A0-EB83B56CE5A8}" srcOrd="0" destOrd="0" presId="urn:microsoft.com/office/officeart/2008/layout/HexagonCluster"/>
    <dgm:cxn modelId="{90167431-3593-423B-AF70-3D285E5211D0}" type="presParOf" srcId="{DE3B3BD3-4F71-4FDE-91D0-D4FA67AEA42D}" destId="{3C92BD36-7C07-486A-B428-06D0171EF5D5}" srcOrd="17" destOrd="0" presId="urn:microsoft.com/office/officeart/2008/layout/HexagonCluster"/>
    <dgm:cxn modelId="{EF7D578A-6728-4A5B-ACF1-39A4BC6EADB8}" type="presParOf" srcId="{3C92BD36-7C07-486A-B428-06D0171EF5D5}" destId="{847B4D62-C24D-49D4-8231-6193EC723C0D}" srcOrd="0" destOrd="0" presId="urn:microsoft.com/office/officeart/2008/layout/HexagonCluster"/>
    <dgm:cxn modelId="{6A976AC2-2FF3-49AE-8CCD-5A70873D392C}" type="presParOf" srcId="{DE3B3BD3-4F71-4FDE-91D0-D4FA67AEA42D}" destId="{CE6E1121-57C4-4033-9379-E5786716582A}" srcOrd="18" destOrd="0" presId="urn:microsoft.com/office/officeart/2008/layout/HexagonCluster"/>
    <dgm:cxn modelId="{D8408441-1C29-478E-BC77-B8739A6EDD08}" type="presParOf" srcId="{CE6E1121-57C4-4033-9379-E5786716582A}" destId="{1AAF44FB-D2E7-4FFB-B182-9838C2219D7F}" srcOrd="0" destOrd="0" presId="urn:microsoft.com/office/officeart/2008/layout/HexagonCluster"/>
    <dgm:cxn modelId="{0908988F-5B1E-4384-939B-198637232539}" type="presParOf" srcId="{DE3B3BD3-4F71-4FDE-91D0-D4FA67AEA42D}" destId="{6D0A242F-14A7-460A-B68B-B8D05EBB6ECC}" srcOrd="19" destOrd="0" presId="urn:microsoft.com/office/officeart/2008/layout/HexagonCluster"/>
    <dgm:cxn modelId="{A27BF4B5-9556-498E-AE40-11F424B97B76}" type="presParOf" srcId="{6D0A242F-14A7-460A-B68B-B8D05EBB6ECC}" destId="{9C7D5A0A-AB00-4647-8BAD-4F4B0C8497A3}" srcOrd="0" destOrd="0" presId="urn:microsoft.com/office/officeart/2008/layout/HexagonCluster"/>
    <dgm:cxn modelId="{18769AE7-0276-4C09-A265-2801299BDEAB}" type="presParOf" srcId="{DE3B3BD3-4F71-4FDE-91D0-D4FA67AEA42D}" destId="{7561DC85-ECF4-403C-AE90-7EB94B10A23D}" srcOrd="20" destOrd="0" presId="urn:microsoft.com/office/officeart/2008/layout/HexagonCluster"/>
    <dgm:cxn modelId="{397B8AC2-CDBE-40F5-9168-39D37BAA5F1C}" type="presParOf" srcId="{7561DC85-ECF4-403C-AE90-7EB94B10A23D}" destId="{016195EA-9DDC-4457-94EC-FFF6374EC71A}" srcOrd="0" destOrd="0" presId="urn:microsoft.com/office/officeart/2008/layout/HexagonCluster"/>
    <dgm:cxn modelId="{9752B14A-B887-4E6E-8F17-2947F9583D00}" type="presParOf" srcId="{DE3B3BD3-4F71-4FDE-91D0-D4FA67AEA42D}" destId="{A21C99C9-2867-48C1-AB36-03175D545FB1}" srcOrd="21" destOrd="0" presId="urn:microsoft.com/office/officeart/2008/layout/HexagonCluster"/>
    <dgm:cxn modelId="{685D6AA5-0CA0-486B-9682-38C000EDC7FE}" type="presParOf" srcId="{A21C99C9-2867-48C1-AB36-03175D545FB1}" destId="{2EB799F6-6790-4A6E-8823-A67ACC4DA33C}" srcOrd="0" destOrd="0" presId="urn:microsoft.com/office/officeart/2008/layout/HexagonCluster"/>
    <dgm:cxn modelId="{DD709A2D-D7E2-404D-A076-A763AD89BDA5}" type="presParOf" srcId="{DE3B3BD3-4F71-4FDE-91D0-D4FA67AEA42D}" destId="{426FA741-7BDD-4ACF-A77C-3D9305AC61AE}" srcOrd="22" destOrd="0" presId="urn:microsoft.com/office/officeart/2008/layout/HexagonCluster"/>
    <dgm:cxn modelId="{40D79215-2AC9-4001-8D23-AF5DE7E2598E}" type="presParOf" srcId="{426FA741-7BDD-4ACF-A77C-3D9305AC61AE}" destId="{F8072EE4-03DB-4E44-A7B4-CC38E889AE54}" srcOrd="0" destOrd="0" presId="urn:microsoft.com/office/officeart/2008/layout/HexagonCluster"/>
    <dgm:cxn modelId="{20CDED33-AD48-4305-97A4-FE3E565471E4}" type="presParOf" srcId="{DE3B3BD3-4F71-4FDE-91D0-D4FA67AEA42D}" destId="{B1386E99-BC51-4AC0-A9AC-164EF4CE4D3B}" srcOrd="23" destOrd="0" presId="urn:microsoft.com/office/officeart/2008/layout/HexagonCluster"/>
    <dgm:cxn modelId="{35242EA0-8708-4192-B376-FA8D6E4414C8}" type="presParOf" srcId="{B1386E99-BC51-4AC0-A9AC-164EF4CE4D3B}" destId="{EDD7647D-8694-4A8A-A19D-37A1BFD3698B}" srcOrd="0" destOrd="0" presId="urn:microsoft.com/office/officeart/2008/layout/HexagonCluster"/>
    <dgm:cxn modelId="{13E5155E-5D40-485A-B3D8-C8B1620D7BD2}" type="presParOf" srcId="{DE3B3BD3-4F71-4FDE-91D0-D4FA67AEA42D}" destId="{FE225661-8F6C-4DB5-BB2B-43835EEAE328}" srcOrd="24" destOrd="0" presId="urn:microsoft.com/office/officeart/2008/layout/HexagonCluster"/>
    <dgm:cxn modelId="{8D231F96-1918-4781-85B2-9B7079D0E817}" type="presParOf" srcId="{FE225661-8F6C-4DB5-BB2B-43835EEAE328}" destId="{D2C93E57-91AB-4506-9383-A6EEC1B58EA7}" srcOrd="0" destOrd="0" presId="urn:microsoft.com/office/officeart/2008/layout/HexagonCluster"/>
    <dgm:cxn modelId="{1E0D4F16-731A-4A65-9BA9-310E772F0137}" type="presParOf" srcId="{DE3B3BD3-4F71-4FDE-91D0-D4FA67AEA42D}" destId="{8781B0B6-F321-4329-851D-CEC8EFEFC3E8}" srcOrd="25" destOrd="0" presId="urn:microsoft.com/office/officeart/2008/layout/HexagonCluster"/>
    <dgm:cxn modelId="{F16BF558-A760-4FF9-B41B-A9E90AF96959}" type="presParOf" srcId="{8781B0B6-F321-4329-851D-CEC8EFEFC3E8}" destId="{39B9A239-1C8E-46AB-BD78-619E69718189}" srcOrd="0" destOrd="0" presId="urn:microsoft.com/office/officeart/2008/layout/HexagonCluster"/>
    <dgm:cxn modelId="{E2583DF8-26E9-4C4D-978A-8B31FF028FA1}" type="presParOf" srcId="{DE3B3BD3-4F71-4FDE-91D0-D4FA67AEA42D}" destId="{93B42377-6293-4941-B60C-8485D99D84D6}" srcOrd="26" destOrd="0" presId="urn:microsoft.com/office/officeart/2008/layout/HexagonCluster"/>
    <dgm:cxn modelId="{603C5CDB-AC41-4E7A-8063-76AB55258E27}" type="presParOf" srcId="{93B42377-6293-4941-B60C-8485D99D84D6}" destId="{B22E4F7E-5348-450F-AA07-E3525FE97398}" srcOrd="0" destOrd="0" presId="urn:microsoft.com/office/officeart/2008/layout/HexagonCluster"/>
    <dgm:cxn modelId="{72E0D7C7-201B-4F4F-BF1D-BF9C554C17A6}" type="presParOf" srcId="{DE3B3BD3-4F71-4FDE-91D0-D4FA67AEA42D}" destId="{18720254-436D-4040-8A43-79FCC291CF52}" srcOrd="27" destOrd="0" presId="urn:microsoft.com/office/officeart/2008/layout/HexagonCluster"/>
    <dgm:cxn modelId="{6044C800-62B8-4074-A99F-6E2F9D234368}" type="presParOf" srcId="{18720254-436D-4040-8A43-79FCC291CF52}" destId="{0D6C80FF-9F54-4839-9DE4-2CEB21D01520}" srcOrd="0" destOrd="0" presId="urn:microsoft.com/office/officeart/2008/layout/HexagonCluster"/>
    <dgm:cxn modelId="{FAA3B455-AA09-4CAC-89B2-391B22A113BE}" type="presParOf" srcId="{DE3B3BD3-4F71-4FDE-91D0-D4FA67AEA42D}" destId="{5BCE6536-71EC-468F-9C9E-CE9B512D0B25}" srcOrd="28" destOrd="0" presId="urn:microsoft.com/office/officeart/2008/layout/HexagonCluster"/>
    <dgm:cxn modelId="{3ED66623-00F5-400F-9CD5-E9778D0B29BF}" type="presParOf" srcId="{5BCE6536-71EC-468F-9C9E-CE9B512D0B25}" destId="{3C57E107-E84C-45C5-B208-86B049C8C2AB}" srcOrd="0" destOrd="0" presId="urn:microsoft.com/office/officeart/2008/layout/HexagonCluster"/>
    <dgm:cxn modelId="{D6495F5C-6C35-42ED-9E3A-3A24FF8C2ED9}" type="presParOf" srcId="{DE3B3BD3-4F71-4FDE-91D0-D4FA67AEA42D}" destId="{422060CC-535A-4E91-8025-D106A5EEEE0D}" srcOrd="29" destOrd="0" presId="urn:microsoft.com/office/officeart/2008/layout/HexagonCluster"/>
    <dgm:cxn modelId="{8FA88F98-131F-4DCF-BD40-0BD6AE5CB1A2}" type="presParOf" srcId="{422060CC-535A-4E91-8025-D106A5EEEE0D}" destId="{E55E3917-85A2-45E1-A9A1-B0C344CD5835}" srcOrd="0" destOrd="0" presId="urn:microsoft.com/office/officeart/2008/layout/HexagonCluster"/>
    <dgm:cxn modelId="{E0CF748C-45E0-4626-9417-FA112A1672D9}" type="presParOf" srcId="{DE3B3BD3-4F71-4FDE-91D0-D4FA67AEA42D}" destId="{8DEAAFBD-92D2-4EC2-9D65-2B2D2B5B4B06}" srcOrd="30" destOrd="0" presId="urn:microsoft.com/office/officeart/2008/layout/HexagonCluster"/>
    <dgm:cxn modelId="{3A483728-9C78-400E-B272-60AD3BB592C4}" type="presParOf" srcId="{8DEAAFBD-92D2-4EC2-9D65-2B2D2B5B4B06}" destId="{0E683B50-EB3A-489E-AB15-A8361D3B86F0}" srcOrd="0" destOrd="0" presId="urn:microsoft.com/office/officeart/2008/layout/HexagonCluster"/>
    <dgm:cxn modelId="{5EFD1F75-9197-4A38-8769-DBE4C71385BA}" type="presParOf" srcId="{DE3B3BD3-4F71-4FDE-91D0-D4FA67AEA42D}" destId="{45DF457B-3877-4C33-B5D2-745D95CE98EB}" srcOrd="31" destOrd="0" presId="urn:microsoft.com/office/officeart/2008/layout/HexagonCluster"/>
    <dgm:cxn modelId="{E2E4BB32-ADD7-4D64-B7C5-EA63A7844BD2}" type="presParOf" srcId="{45DF457B-3877-4C33-B5D2-745D95CE98EB}" destId="{3F8E2DF7-B8BC-4A25-B55B-96DFAB9E0136}"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5796C56-F0E8-479F-9683-D4BE68E28833}" type="doc">
      <dgm:prSet loTypeId="urn:microsoft.com/office/officeart/2005/8/layout/funnel1" loCatId="process" qsTypeId="urn:microsoft.com/office/officeart/2005/8/quickstyle/simple1" qsCatId="simple" csTypeId="urn:microsoft.com/office/officeart/2005/8/colors/colorful1" csCatId="colorful" phldr="1"/>
      <dgm:spPr/>
      <dgm:t>
        <a:bodyPr/>
        <a:lstStyle/>
        <a:p>
          <a:endParaRPr lang="es-MX"/>
        </a:p>
      </dgm:t>
    </dgm:pt>
    <dgm:pt modelId="{EA7CF0B3-8D48-41E2-A4F2-9950388468C5}">
      <dgm:prSet phldrT="[Texto]"/>
      <dgm:spPr/>
      <dgm:t>
        <a:bodyPr/>
        <a:lstStyle/>
        <a:p>
          <a:pPr>
            <a:buNone/>
          </a:pPr>
          <a:r>
            <a:rPr lang="es-MX" b="1" i="0" dirty="0"/>
            <a:t>Servidor de pantalla</a:t>
          </a:r>
          <a:endParaRPr lang="es-MX" dirty="0"/>
        </a:p>
      </dgm:t>
    </dgm:pt>
    <dgm:pt modelId="{71A9DE28-D055-4265-8BBC-94C40A27D47F}" type="parTrans" cxnId="{3232A315-08E7-4A7D-BC46-7E2D21C693FA}">
      <dgm:prSet/>
      <dgm:spPr/>
      <dgm:t>
        <a:bodyPr/>
        <a:lstStyle/>
        <a:p>
          <a:endParaRPr lang="es-MX"/>
        </a:p>
      </dgm:t>
    </dgm:pt>
    <dgm:pt modelId="{E68AE259-6D61-4837-9C32-4FB45E2621AE}" type="sibTrans" cxnId="{3232A315-08E7-4A7D-BC46-7E2D21C693FA}">
      <dgm:prSet/>
      <dgm:spPr/>
      <dgm:t>
        <a:bodyPr/>
        <a:lstStyle/>
        <a:p>
          <a:endParaRPr lang="es-MX"/>
        </a:p>
      </dgm:t>
    </dgm:pt>
    <dgm:pt modelId="{9B51ED2A-86F6-4F75-A232-BDCE64845976}">
      <dgm:prSet phldrT="[Texto]"/>
      <dgm:spPr/>
      <dgm:t>
        <a:bodyPr/>
        <a:lstStyle/>
        <a:p>
          <a:pPr>
            <a:buNone/>
          </a:pPr>
          <a:r>
            <a:rPr lang="es-MX" b="1" i="0" dirty="0"/>
            <a:t>Administrador de ventanas</a:t>
          </a:r>
          <a:endParaRPr lang="es-MX" dirty="0"/>
        </a:p>
      </dgm:t>
    </dgm:pt>
    <dgm:pt modelId="{34804F70-9A76-4EA0-8857-2FD2C570C06E}" type="parTrans" cxnId="{44B61A48-BA1B-443F-AE28-B43117FFABF6}">
      <dgm:prSet/>
      <dgm:spPr/>
      <dgm:t>
        <a:bodyPr/>
        <a:lstStyle/>
        <a:p>
          <a:endParaRPr lang="es-MX"/>
        </a:p>
      </dgm:t>
    </dgm:pt>
    <dgm:pt modelId="{3007AB8C-283E-4A1C-B474-C68C8E93D2C4}" type="sibTrans" cxnId="{44B61A48-BA1B-443F-AE28-B43117FFABF6}">
      <dgm:prSet/>
      <dgm:spPr/>
      <dgm:t>
        <a:bodyPr/>
        <a:lstStyle/>
        <a:p>
          <a:endParaRPr lang="es-MX"/>
        </a:p>
      </dgm:t>
    </dgm:pt>
    <dgm:pt modelId="{0D82D35A-20E8-4464-95C9-1565094B96DC}">
      <dgm:prSet phldrT="[Texto]"/>
      <dgm:spPr/>
      <dgm:t>
        <a:bodyPr/>
        <a:lstStyle/>
        <a:p>
          <a:pPr>
            <a:buNone/>
          </a:pPr>
          <a:r>
            <a:rPr lang="es-MX" b="1" i="0" dirty="0"/>
            <a:t>Kit de herramientas de widgets</a:t>
          </a:r>
          <a:endParaRPr lang="es-MX" dirty="0"/>
        </a:p>
      </dgm:t>
    </dgm:pt>
    <dgm:pt modelId="{31B3E8DC-3A3D-4CB0-BF86-D4511132CE9C}" type="parTrans" cxnId="{9DE32827-ADFD-4E06-9783-B23DD53E3210}">
      <dgm:prSet/>
      <dgm:spPr/>
      <dgm:t>
        <a:bodyPr/>
        <a:lstStyle/>
        <a:p>
          <a:endParaRPr lang="es-MX"/>
        </a:p>
      </dgm:t>
    </dgm:pt>
    <dgm:pt modelId="{E2946481-F04E-4905-85F6-CC0D5A106551}" type="sibTrans" cxnId="{9DE32827-ADFD-4E06-9783-B23DD53E3210}">
      <dgm:prSet/>
      <dgm:spPr/>
      <dgm:t>
        <a:bodyPr/>
        <a:lstStyle/>
        <a:p>
          <a:endParaRPr lang="es-MX"/>
        </a:p>
      </dgm:t>
    </dgm:pt>
    <dgm:pt modelId="{56DBD243-4E50-49F8-8D99-63350EFE0A16}">
      <dgm:prSet phldrT="[Texto]" phldr="0"/>
      <dgm:spPr/>
      <dgm:t>
        <a:bodyPr/>
        <a:lstStyle/>
        <a:p>
          <a:r>
            <a:rPr lang="es-MX" dirty="0"/>
            <a:t>Sistema de Ventanas y Renderizado</a:t>
          </a:r>
        </a:p>
      </dgm:t>
    </dgm:pt>
    <dgm:pt modelId="{ACCC9D07-4D37-4886-B592-8CB83850D807}" type="parTrans" cxnId="{0FBD105B-827E-4282-B022-19DE109AAA2E}">
      <dgm:prSet/>
      <dgm:spPr/>
      <dgm:t>
        <a:bodyPr/>
        <a:lstStyle/>
        <a:p>
          <a:endParaRPr lang="es-MX"/>
        </a:p>
      </dgm:t>
    </dgm:pt>
    <dgm:pt modelId="{FCC18FC9-D394-4D7E-9BB6-6F9B5E862788}" type="sibTrans" cxnId="{0FBD105B-827E-4282-B022-19DE109AAA2E}">
      <dgm:prSet/>
      <dgm:spPr/>
      <dgm:t>
        <a:bodyPr/>
        <a:lstStyle/>
        <a:p>
          <a:endParaRPr lang="es-MX"/>
        </a:p>
      </dgm:t>
    </dgm:pt>
    <dgm:pt modelId="{239C0C39-9A0C-4C73-816C-A831C074675C}">
      <dgm:prSet phldrT="[Texto]"/>
      <dgm:spPr/>
      <dgm:t>
        <a:bodyPr/>
        <a:lstStyle/>
        <a:p>
          <a:pPr>
            <a:buNone/>
          </a:pPr>
          <a:r>
            <a:rPr lang="es-MX" dirty="0"/>
            <a:t>Comunicación con Hardware</a:t>
          </a:r>
        </a:p>
      </dgm:t>
    </dgm:pt>
    <dgm:pt modelId="{BAC1B613-4531-4E53-B7DE-DF988F81EBB4}" type="parTrans" cxnId="{37E25F35-7C33-402E-9585-35E2FC565DAA}">
      <dgm:prSet/>
      <dgm:spPr/>
      <dgm:t>
        <a:bodyPr/>
        <a:lstStyle/>
        <a:p>
          <a:endParaRPr lang="es-MX"/>
        </a:p>
      </dgm:t>
    </dgm:pt>
    <dgm:pt modelId="{8BBAAE9A-20F0-45B4-817B-F3E10369C846}" type="sibTrans" cxnId="{37E25F35-7C33-402E-9585-35E2FC565DAA}">
      <dgm:prSet/>
      <dgm:spPr/>
      <dgm:t>
        <a:bodyPr/>
        <a:lstStyle/>
        <a:p>
          <a:endParaRPr lang="es-MX"/>
        </a:p>
      </dgm:t>
    </dgm:pt>
    <dgm:pt modelId="{CE526883-9860-4F2D-B27D-01B3EAACE391}">
      <dgm:prSet phldrT="[Texto]"/>
      <dgm:spPr/>
      <dgm:t>
        <a:bodyPr/>
        <a:lstStyle/>
        <a:p>
          <a:pPr>
            <a:buNone/>
          </a:pPr>
          <a:r>
            <a:rPr lang="es-MX"/>
            <a:t>Linux, Wayland, X11</a:t>
          </a:r>
          <a:endParaRPr lang="es-MX" dirty="0"/>
        </a:p>
      </dgm:t>
    </dgm:pt>
    <dgm:pt modelId="{57D6E22C-D225-42E9-BD69-449090748110}" type="parTrans" cxnId="{B0B2E857-F508-424B-BED7-8B87778CBAB2}">
      <dgm:prSet/>
      <dgm:spPr/>
      <dgm:t>
        <a:bodyPr/>
        <a:lstStyle/>
        <a:p>
          <a:endParaRPr lang="es-MX"/>
        </a:p>
      </dgm:t>
    </dgm:pt>
    <dgm:pt modelId="{69FD2085-77BB-4B0F-979E-A421743A6071}" type="sibTrans" cxnId="{B0B2E857-F508-424B-BED7-8B87778CBAB2}">
      <dgm:prSet/>
      <dgm:spPr/>
      <dgm:t>
        <a:bodyPr/>
        <a:lstStyle/>
        <a:p>
          <a:endParaRPr lang="es-MX"/>
        </a:p>
      </dgm:t>
    </dgm:pt>
    <dgm:pt modelId="{8A306AC2-5462-4D08-8E05-776E89811B50}">
      <dgm:prSet phldrT="[Texto]"/>
      <dgm:spPr/>
      <dgm:t>
        <a:bodyPr/>
        <a:lstStyle/>
        <a:p>
          <a:pPr>
            <a:buNone/>
          </a:pPr>
          <a:r>
            <a:rPr lang="es-MX" dirty="0" err="1"/>
            <a:t>OpenGl</a:t>
          </a:r>
          <a:r>
            <a:rPr lang="es-MX" dirty="0"/>
            <a:t>, EGL</a:t>
          </a:r>
        </a:p>
      </dgm:t>
    </dgm:pt>
    <dgm:pt modelId="{3C65082C-B9C8-475E-A5B6-1BA0AFF596B1}" type="parTrans" cxnId="{9CF250BA-27E3-4153-96C4-1DF81988DE83}">
      <dgm:prSet/>
      <dgm:spPr/>
      <dgm:t>
        <a:bodyPr/>
        <a:lstStyle/>
        <a:p>
          <a:endParaRPr lang="es-MX"/>
        </a:p>
      </dgm:t>
    </dgm:pt>
    <dgm:pt modelId="{A415DB70-F322-4472-98DB-5EB951F92E30}" type="sibTrans" cxnId="{9CF250BA-27E3-4153-96C4-1DF81988DE83}">
      <dgm:prSet/>
      <dgm:spPr/>
      <dgm:t>
        <a:bodyPr/>
        <a:lstStyle/>
        <a:p>
          <a:endParaRPr lang="es-MX"/>
        </a:p>
      </dgm:t>
    </dgm:pt>
    <dgm:pt modelId="{D2CC308C-E440-495E-AB1E-FDABB484B10D}">
      <dgm:prSet phldrT="[Texto]"/>
      <dgm:spPr/>
      <dgm:t>
        <a:bodyPr/>
        <a:lstStyle/>
        <a:p>
          <a:pPr>
            <a:buNone/>
          </a:pPr>
          <a:r>
            <a:rPr lang="es-MX" dirty="0" err="1"/>
            <a:t>KWin</a:t>
          </a:r>
          <a:r>
            <a:rPr lang="es-MX" dirty="0"/>
            <a:t>, </a:t>
          </a:r>
          <a:r>
            <a:rPr lang="es-MX" dirty="0" err="1"/>
            <a:t>Mutter</a:t>
          </a:r>
          <a:r>
            <a:rPr lang="es-MX" dirty="0"/>
            <a:t>, i3</a:t>
          </a:r>
        </a:p>
      </dgm:t>
    </dgm:pt>
    <dgm:pt modelId="{5A3CFE34-B56C-4B0B-B9FD-ED8AD6E76B7A}" type="parTrans" cxnId="{9F8BA0EE-1887-4E16-8752-01B62E735F2B}">
      <dgm:prSet/>
      <dgm:spPr/>
      <dgm:t>
        <a:bodyPr/>
        <a:lstStyle/>
        <a:p>
          <a:endParaRPr lang="es-MX"/>
        </a:p>
      </dgm:t>
    </dgm:pt>
    <dgm:pt modelId="{D019255B-6C74-411C-9F2A-7E9C36901C13}" type="sibTrans" cxnId="{9F8BA0EE-1887-4E16-8752-01B62E735F2B}">
      <dgm:prSet/>
      <dgm:spPr/>
      <dgm:t>
        <a:bodyPr/>
        <a:lstStyle/>
        <a:p>
          <a:endParaRPr lang="es-MX"/>
        </a:p>
      </dgm:t>
    </dgm:pt>
    <dgm:pt modelId="{53DFA465-2E05-4ECA-8E7D-1151AD2667B1}" type="pres">
      <dgm:prSet presAssocID="{45796C56-F0E8-479F-9683-D4BE68E28833}" presName="Name0" presStyleCnt="0">
        <dgm:presLayoutVars>
          <dgm:chMax val="4"/>
          <dgm:resizeHandles val="exact"/>
        </dgm:presLayoutVars>
      </dgm:prSet>
      <dgm:spPr/>
    </dgm:pt>
    <dgm:pt modelId="{10B5577C-6D0E-4451-BFF3-5DF55C141BCE}" type="pres">
      <dgm:prSet presAssocID="{45796C56-F0E8-479F-9683-D4BE68E28833}" presName="ellipse" presStyleLbl="trBgShp" presStyleIdx="0" presStyleCnt="1"/>
      <dgm:spPr/>
    </dgm:pt>
    <dgm:pt modelId="{D2FC648A-293E-4D09-9B6A-34482A7E35BD}" type="pres">
      <dgm:prSet presAssocID="{45796C56-F0E8-479F-9683-D4BE68E28833}" presName="arrow1" presStyleLbl="fgShp" presStyleIdx="0" presStyleCnt="1"/>
      <dgm:spPr/>
    </dgm:pt>
    <dgm:pt modelId="{B4757328-8290-467E-9222-66842B25EA67}" type="pres">
      <dgm:prSet presAssocID="{45796C56-F0E8-479F-9683-D4BE68E28833}" presName="rectangle" presStyleLbl="revTx" presStyleIdx="0" presStyleCnt="1">
        <dgm:presLayoutVars>
          <dgm:bulletEnabled val="1"/>
        </dgm:presLayoutVars>
      </dgm:prSet>
      <dgm:spPr/>
    </dgm:pt>
    <dgm:pt modelId="{36C9BBFD-BF3F-4519-8AF6-65C7A60BEB08}" type="pres">
      <dgm:prSet presAssocID="{0D82D35A-20E8-4464-95C9-1565094B96DC}" presName="item1" presStyleLbl="node1" presStyleIdx="0" presStyleCnt="3">
        <dgm:presLayoutVars>
          <dgm:bulletEnabled val="1"/>
        </dgm:presLayoutVars>
      </dgm:prSet>
      <dgm:spPr/>
    </dgm:pt>
    <dgm:pt modelId="{1F3317B2-DE8B-4B25-BDD8-0ED0256C4633}" type="pres">
      <dgm:prSet presAssocID="{9B51ED2A-86F6-4F75-A232-BDCE64845976}" presName="item2" presStyleLbl="node1" presStyleIdx="1" presStyleCnt="3">
        <dgm:presLayoutVars>
          <dgm:bulletEnabled val="1"/>
        </dgm:presLayoutVars>
      </dgm:prSet>
      <dgm:spPr/>
    </dgm:pt>
    <dgm:pt modelId="{E1E22309-A303-4005-85F2-D40CEF376863}" type="pres">
      <dgm:prSet presAssocID="{56DBD243-4E50-49F8-8D99-63350EFE0A16}" presName="item3" presStyleLbl="node1" presStyleIdx="2" presStyleCnt="3">
        <dgm:presLayoutVars>
          <dgm:bulletEnabled val="1"/>
        </dgm:presLayoutVars>
      </dgm:prSet>
      <dgm:spPr/>
    </dgm:pt>
    <dgm:pt modelId="{EB8AB43E-93CD-4CCD-830D-E4004284BB50}" type="pres">
      <dgm:prSet presAssocID="{45796C56-F0E8-479F-9683-D4BE68E28833}" presName="funnel" presStyleLbl="trAlignAcc1" presStyleIdx="0" presStyleCnt="1"/>
      <dgm:spPr/>
    </dgm:pt>
  </dgm:ptLst>
  <dgm:cxnLst>
    <dgm:cxn modelId="{66396C07-6A53-4A5B-BBF1-3F123FA7B361}" type="presOf" srcId="{8A306AC2-5462-4D08-8E05-776E89811B50}" destId="{1F3317B2-DE8B-4B25-BDD8-0ED0256C4633}" srcOrd="0" destOrd="1" presId="urn:microsoft.com/office/officeart/2005/8/layout/funnel1"/>
    <dgm:cxn modelId="{0ED6540B-C5E0-477F-B520-33B5A8955A64}" type="presOf" srcId="{45796C56-F0E8-479F-9683-D4BE68E28833}" destId="{53DFA465-2E05-4ECA-8E7D-1151AD2667B1}" srcOrd="0" destOrd="0" presId="urn:microsoft.com/office/officeart/2005/8/layout/funnel1"/>
    <dgm:cxn modelId="{3232A315-08E7-4A7D-BC46-7E2D21C693FA}" srcId="{45796C56-F0E8-479F-9683-D4BE68E28833}" destId="{EA7CF0B3-8D48-41E2-A4F2-9950388468C5}" srcOrd="0" destOrd="0" parTransId="{71A9DE28-D055-4265-8BBC-94C40A27D47F}" sibTransId="{E68AE259-6D61-4837-9C32-4FB45E2621AE}"/>
    <dgm:cxn modelId="{9DE32827-ADFD-4E06-9783-B23DD53E3210}" srcId="{45796C56-F0E8-479F-9683-D4BE68E28833}" destId="{0D82D35A-20E8-4464-95C9-1565094B96DC}" srcOrd="1" destOrd="0" parTransId="{31B3E8DC-3A3D-4CB0-BF86-D4511132CE9C}" sibTransId="{E2946481-F04E-4905-85F6-CC0D5A106551}"/>
    <dgm:cxn modelId="{A1F1E42F-3949-4F74-8E78-78E2CA7F62DD}" type="presOf" srcId="{EA7CF0B3-8D48-41E2-A4F2-9950388468C5}" destId="{E1E22309-A303-4005-85F2-D40CEF376863}" srcOrd="0" destOrd="0" presId="urn:microsoft.com/office/officeart/2005/8/layout/funnel1"/>
    <dgm:cxn modelId="{37E25F35-7C33-402E-9585-35E2FC565DAA}" srcId="{EA7CF0B3-8D48-41E2-A4F2-9950388468C5}" destId="{239C0C39-9A0C-4C73-816C-A831C074675C}" srcOrd="0" destOrd="0" parTransId="{BAC1B613-4531-4E53-B7DE-DF988F81EBB4}" sibTransId="{8BBAAE9A-20F0-45B4-817B-F3E10369C846}"/>
    <dgm:cxn modelId="{0FBD105B-827E-4282-B022-19DE109AAA2E}" srcId="{45796C56-F0E8-479F-9683-D4BE68E28833}" destId="{56DBD243-4E50-49F8-8D99-63350EFE0A16}" srcOrd="3" destOrd="0" parTransId="{ACCC9D07-4D37-4886-B592-8CB83850D807}" sibTransId="{FCC18FC9-D394-4D7E-9BB6-6F9B5E862788}"/>
    <dgm:cxn modelId="{44B61A48-BA1B-443F-AE28-B43117FFABF6}" srcId="{45796C56-F0E8-479F-9683-D4BE68E28833}" destId="{9B51ED2A-86F6-4F75-A232-BDCE64845976}" srcOrd="2" destOrd="0" parTransId="{34804F70-9A76-4EA0-8857-2FD2C570C06E}" sibTransId="{3007AB8C-283E-4A1C-B474-C68C8E93D2C4}"/>
    <dgm:cxn modelId="{B0B2E857-F508-424B-BED7-8B87778CBAB2}" srcId="{EA7CF0B3-8D48-41E2-A4F2-9950388468C5}" destId="{CE526883-9860-4F2D-B27D-01B3EAACE391}" srcOrd="1" destOrd="0" parTransId="{57D6E22C-D225-42E9-BD69-449090748110}" sibTransId="{69FD2085-77BB-4B0F-979E-A421743A6071}"/>
    <dgm:cxn modelId="{6119A6B3-BCD7-4ACB-9335-9AAB4CC8B084}" type="presOf" srcId="{CE526883-9860-4F2D-B27D-01B3EAACE391}" destId="{E1E22309-A303-4005-85F2-D40CEF376863}" srcOrd="0" destOrd="2" presId="urn:microsoft.com/office/officeart/2005/8/layout/funnel1"/>
    <dgm:cxn modelId="{9CF250BA-27E3-4153-96C4-1DF81988DE83}" srcId="{0D82D35A-20E8-4464-95C9-1565094B96DC}" destId="{8A306AC2-5462-4D08-8E05-776E89811B50}" srcOrd="0" destOrd="0" parTransId="{3C65082C-B9C8-475E-A5B6-1BA0AFF596B1}" sibTransId="{A415DB70-F322-4472-98DB-5EB951F92E30}"/>
    <dgm:cxn modelId="{0EF2D2C2-3052-47DD-AF19-21CCEAB9A4EC}" type="presOf" srcId="{239C0C39-9A0C-4C73-816C-A831C074675C}" destId="{E1E22309-A303-4005-85F2-D40CEF376863}" srcOrd="0" destOrd="1" presId="urn:microsoft.com/office/officeart/2005/8/layout/funnel1"/>
    <dgm:cxn modelId="{9C1206C6-5847-404E-9CF8-B3FE05A56748}" type="presOf" srcId="{9B51ED2A-86F6-4F75-A232-BDCE64845976}" destId="{36C9BBFD-BF3F-4519-8AF6-65C7A60BEB08}" srcOrd="0" destOrd="0" presId="urn:microsoft.com/office/officeart/2005/8/layout/funnel1"/>
    <dgm:cxn modelId="{D5C330C9-FA06-4DB5-8436-B8547738BB64}" type="presOf" srcId="{0D82D35A-20E8-4464-95C9-1565094B96DC}" destId="{1F3317B2-DE8B-4B25-BDD8-0ED0256C4633}" srcOrd="0" destOrd="0" presId="urn:microsoft.com/office/officeart/2005/8/layout/funnel1"/>
    <dgm:cxn modelId="{99EC5CCD-F999-4057-AC5E-CD5125820550}" type="presOf" srcId="{56DBD243-4E50-49F8-8D99-63350EFE0A16}" destId="{B4757328-8290-467E-9222-66842B25EA67}" srcOrd="0" destOrd="0" presId="urn:microsoft.com/office/officeart/2005/8/layout/funnel1"/>
    <dgm:cxn modelId="{162EBCDE-0A2D-469E-8D54-6F898FEF619B}" type="presOf" srcId="{D2CC308C-E440-495E-AB1E-FDABB484B10D}" destId="{36C9BBFD-BF3F-4519-8AF6-65C7A60BEB08}" srcOrd="0" destOrd="1" presId="urn:microsoft.com/office/officeart/2005/8/layout/funnel1"/>
    <dgm:cxn modelId="{9F8BA0EE-1887-4E16-8752-01B62E735F2B}" srcId="{9B51ED2A-86F6-4F75-A232-BDCE64845976}" destId="{D2CC308C-E440-495E-AB1E-FDABB484B10D}" srcOrd="0" destOrd="0" parTransId="{5A3CFE34-B56C-4B0B-B9FD-ED8AD6E76B7A}" sibTransId="{D019255B-6C74-411C-9F2A-7E9C36901C13}"/>
    <dgm:cxn modelId="{91AB6FBD-67A4-40B4-AAB2-E10D045A598A}" type="presParOf" srcId="{53DFA465-2E05-4ECA-8E7D-1151AD2667B1}" destId="{10B5577C-6D0E-4451-BFF3-5DF55C141BCE}" srcOrd="0" destOrd="0" presId="urn:microsoft.com/office/officeart/2005/8/layout/funnel1"/>
    <dgm:cxn modelId="{B8CEB894-6B4E-4EFB-95C2-69C452CA3D15}" type="presParOf" srcId="{53DFA465-2E05-4ECA-8E7D-1151AD2667B1}" destId="{D2FC648A-293E-4D09-9B6A-34482A7E35BD}" srcOrd="1" destOrd="0" presId="urn:microsoft.com/office/officeart/2005/8/layout/funnel1"/>
    <dgm:cxn modelId="{FAE516B4-754F-46C6-8FE8-6E46F1DE5523}" type="presParOf" srcId="{53DFA465-2E05-4ECA-8E7D-1151AD2667B1}" destId="{B4757328-8290-467E-9222-66842B25EA67}" srcOrd="2" destOrd="0" presId="urn:microsoft.com/office/officeart/2005/8/layout/funnel1"/>
    <dgm:cxn modelId="{8790AE6A-0B24-48C0-9F5C-DC893D03D66A}" type="presParOf" srcId="{53DFA465-2E05-4ECA-8E7D-1151AD2667B1}" destId="{36C9BBFD-BF3F-4519-8AF6-65C7A60BEB08}" srcOrd="3" destOrd="0" presId="urn:microsoft.com/office/officeart/2005/8/layout/funnel1"/>
    <dgm:cxn modelId="{A736ADBB-B2C9-4C82-A765-97732D6CB571}" type="presParOf" srcId="{53DFA465-2E05-4ECA-8E7D-1151AD2667B1}" destId="{1F3317B2-DE8B-4B25-BDD8-0ED0256C4633}" srcOrd="4" destOrd="0" presId="urn:microsoft.com/office/officeart/2005/8/layout/funnel1"/>
    <dgm:cxn modelId="{D4438B7A-5695-485D-A566-E453AC7B1BF6}" type="presParOf" srcId="{53DFA465-2E05-4ECA-8E7D-1151AD2667B1}" destId="{E1E22309-A303-4005-85F2-D40CEF376863}" srcOrd="5" destOrd="0" presId="urn:microsoft.com/office/officeart/2005/8/layout/funnel1"/>
    <dgm:cxn modelId="{263285BE-3A4E-40D8-90CD-9D26A4D4ABA5}" type="presParOf" srcId="{53DFA465-2E05-4ECA-8E7D-1151AD2667B1}" destId="{EB8AB43E-93CD-4CCD-830D-E4004284BB50}"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F229F4D-166B-45B3-915E-7B161558936D}" type="doc">
      <dgm:prSet loTypeId="urn:microsoft.com/office/officeart/2005/8/layout/pList2" loCatId="list" qsTypeId="urn:microsoft.com/office/officeart/2005/8/quickstyle/simple1" qsCatId="simple" csTypeId="urn:microsoft.com/office/officeart/2005/8/colors/accent1_2" csCatId="accent1" phldr="1"/>
      <dgm:spPr/>
      <dgm:t>
        <a:bodyPr/>
        <a:lstStyle/>
        <a:p>
          <a:endParaRPr lang="en-US"/>
        </a:p>
      </dgm:t>
    </dgm:pt>
    <dgm:pt modelId="{B207231F-BF01-44CD-800E-713A2011EE03}">
      <dgm:prSet/>
      <dgm:spPr/>
      <dgm:t>
        <a:bodyPr/>
        <a:lstStyle/>
        <a:p>
          <a:r>
            <a:rPr lang="es-MX" b="1"/>
            <a:t>Python</a:t>
          </a:r>
          <a:endParaRPr lang="en-US"/>
        </a:p>
      </dgm:t>
    </dgm:pt>
    <dgm:pt modelId="{C46AA866-5E8D-4078-AE10-736D76FF9C07}" type="parTrans" cxnId="{563B7560-30E7-482F-8E6B-ABF6B0D33928}">
      <dgm:prSet/>
      <dgm:spPr/>
      <dgm:t>
        <a:bodyPr/>
        <a:lstStyle/>
        <a:p>
          <a:endParaRPr lang="en-US"/>
        </a:p>
      </dgm:t>
    </dgm:pt>
    <dgm:pt modelId="{693DC34C-EE65-4979-9992-AC3E986B60E3}" type="sibTrans" cxnId="{563B7560-30E7-482F-8E6B-ABF6B0D33928}">
      <dgm:prSet/>
      <dgm:spPr/>
      <dgm:t>
        <a:bodyPr/>
        <a:lstStyle/>
        <a:p>
          <a:endParaRPr lang="en-US"/>
        </a:p>
      </dgm:t>
    </dgm:pt>
    <dgm:pt modelId="{959BB4D0-CBC7-4619-9997-F57EACFF837D}">
      <dgm:prSet/>
      <dgm:spPr/>
      <dgm:t>
        <a:bodyPr/>
        <a:lstStyle/>
        <a:p>
          <a:r>
            <a:rPr lang="es-MX" b="1" dirty="0"/>
            <a:t>JavaScript</a:t>
          </a:r>
          <a:endParaRPr lang="en-US" dirty="0"/>
        </a:p>
      </dgm:t>
    </dgm:pt>
    <dgm:pt modelId="{B54D4FFF-2E0E-4294-9EEA-A9FD29AD8D09}" type="parTrans" cxnId="{83FA44FF-8256-4679-993A-4D086695923A}">
      <dgm:prSet/>
      <dgm:spPr/>
      <dgm:t>
        <a:bodyPr/>
        <a:lstStyle/>
        <a:p>
          <a:endParaRPr lang="en-US"/>
        </a:p>
      </dgm:t>
    </dgm:pt>
    <dgm:pt modelId="{1D8C94E7-9DDC-4EF8-8899-66DF8A3762F1}" type="sibTrans" cxnId="{83FA44FF-8256-4679-993A-4D086695923A}">
      <dgm:prSet/>
      <dgm:spPr/>
      <dgm:t>
        <a:bodyPr/>
        <a:lstStyle/>
        <a:p>
          <a:endParaRPr lang="en-US"/>
        </a:p>
      </dgm:t>
    </dgm:pt>
    <dgm:pt modelId="{4551B32C-8E92-45D3-9DB6-7328CB3DE73F}">
      <dgm:prSet/>
      <dgm:spPr/>
      <dgm:t>
        <a:bodyPr/>
        <a:lstStyle/>
        <a:p>
          <a:r>
            <a:rPr lang="es-MX" b="1"/>
            <a:t>Java</a:t>
          </a:r>
          <a:endParaRPr lang="en-US"/>
        </a:p>
      </dgm:t>
    </dgm:pt>
    <dgm:pt modelId="{68785384-7F0B-44FB-8BC0-04A28E205CDD}" type="parTrans" cxnId="{AF5D4755-7F53-45E5-ABEB-3580D85A668C}">
      <dgm:prSet/>
      <dgm:spPr/>
      <dgm:t>
        <a:bodyPr/>
        <a:lstStyle/>
        <a:p>
          <a:endParaRPr lang="en-US"/>
        </a:p>
      </dgm:t>
    </dgm:pt>
    <dgm:pt modelId="{E0A4893A-63CC-49D9-97AC-A6E3183F40BB}" type="sibTrans" cxnId="{AF5D4755-7F53-45E5-ABEB-3580D85A668C}">
      <dgm:prSet/>
      <dgm:spPr/>
      <dgm:t>
        <a:bodyPr/>
        <a:lstStyle/>
        <a:p>
          <a:endParaRPr lang="en-US"/>
        </a:p>
      </dgm:t>
    </dgm:pt>
    <dgm:pt modelId="{334E64BD-8DD5-4AAE-8BF3-9569A645167B}">
      <dgm:prSet/>
      <dgm:spPr/>
      <dgm:t>
        <a:bodyPr/>
        <a:lstStyle/>
        <a:p>
          <a:r>
            <a:rPr lang="es-MX" b="1" dirty="0"/>
            <a:t>PHP</a:t>
          </a:r>
          <a:endParaRPr lang="en-US" dirty="0"/>
        </a:p>
      </dgm:t>
    </dgm:pt>
    <dgm:pt modelId="{7E384F03-69A4-41A2-99D4-0656DF8E3DAB}" type="parTrans" cxnId="{6F64AB3B-A2BD-437B-9CFF-74C3BC6A5177}">
      <dgm:prSet/>
      <dgm:spPr/>
      <dgm:t>
        <a:bodyPr/>
        <a:lstStyle/>
        <a:p>
          <a:endParaRPr lang="en-US"/>
        </a:p>
      </dgm:t>
    </dgm:pt>
    <dgm:pt modelId="{F9D664DB-9BB9-4D4B-BD63-792106ABFA84}" type="sibTrans" cxnId="{6F64AB3B-A2BD-437B-9CFF-74C3BC6A5177}">
      <dgm:prSet/>
      <dgm:spPr/>
      <dgm:t>
        <a:bodyPr/>
        <a:lstStyle/>
        <a:p>
          <a:endParaRPr lang="en-US"/>
        </a:p>
      </dgm:t>
    </dgm:pt>
    <dgm:pt modelId="{D23BD198-F051-4D6B-9650-38BC807C4DC5}">
      <dgm:prSet/>
      <dgm:spPr/>
      <dgm:t>
        <a:bodyPr/>
        <a:lstStyle/>
        <a:p>
          <a:r>
            <a:rPr lang="en-US" dirty="0"/>
            <a:t>Ruby</a:t>
          </a:r>
        </a:p>
      </dgm:t>
    </dgm:pt>
    <dgm:pt modelId="{8B7433E4-B2AB-4AC0-A298-4D0EF7942BA5}" type="parTrans" cxnId="{2D9860F9-26C8-4FC9-807B-EE090ABF15CD}">
      <dgm:prSet/>
      <dgm:spPr/>
      <dgm:t>
        <a:bodyPr/>
        <a:lstStyle/>
        <a:p>
          <a:endParaRPr lang="es-MX"/>
        </a:p>
      </dgm:t>
    </dgm:pt>
    <dgm:pt modelId="{CCFF63CB-EC32-46B9-A9E1-4C71EB6E3691}" type="sibTrans" cxnId="{2D9860F9-26C8-4FC9-807B-EE090ABF15CD}">
      <dgm:prSet/>
      <dgm:spPr/>
      <dgm:t>
        <a:bodyPr/>
        <a:lstStyle/>
        <a:p>
          <a:endParaRPr lang="es-MX"/>
        </a:p>
      </dgm:t>
    </dgm:pt>
    <dgm:pt modelId="{38C62A0C-6520-4E05-AC15-855E938334CA}">
      <dgm:prSet/>
      <dgm:spPr/>
      <dgm:t>
        <a:bodyPr/>
        <a:lstStyle/>
        <a:p>
          <a:r>
            <a:rPr lang="en-US"/>
            <a:t>Go</a:t>
          </a:r>
          <a:endParaRPr lang="en-US" dirty="0"/>
        </a:p>
      </dgm:t>
    </dgm:pt>
    <dgm:pt modelId="{67F859F0-1218-4E61-A2A1-2DC1B2133ED3}" type="parTrans" cxnId="{08BAF8C3-F736-4496-A6A1-D419C6573543}">
      <dgm:prSet/>
      <dgm:spPr/>
      <dgm:t>
        <a:bodyPr/>
        <a:lstStyle/>
        <a:p>
          <a:endParaRPr lang="es-MX"/>
        </a:p>
      </dgm:t>
    </dgm:pt>
    <dgm:pt modelId="{F3FBAD20-6374-486F-BFDC-CF782FC7FD7B}" type="sibTrans" cxnId="{08BAF8C3-F736-4496-A6A1-D419C6573543}">
      <dgm:prSet/>
      <dgm:spPr/>
      <dgm:t>
        <a:bodyPr/>
        <a:lstStyle/>
        <a:p>
          <a:endParaRPr lang="es-MX"/>
        </a:p>
      </dgm:t>
    </dgm:pt>
    <dgm:pt modelId="{B5635B4B-CD68-40AA-A903-1D683AF53A18}" type="pres">
      <dgm:prSet presAssocID="{AF229F4D-166B-45B3-915E-7B161558936D}" presName="Name0" presStyleCnt="0">
        <dgm:presLayoutVars>
          <dgm:dir/>
          <dgm:resizeHandles val="exact"/>
        </dgm:presLayoutVars>
      </dgm:prSet>
      <dgm:spPr/>
    </dgm:pt>
    <dgm:pt modelId="{984A1065-2CDC-4185-8038-5964F9C93249}" type="pres">
      <dgm:prSet presAssocID="{AF229F4D-166B-45B3-915E-7B161558936D}" presName="bkgdShp" presStyleLbl="alignAccFollowNode1" presStyleIdx="0" presStyleCnt="1"/>
      <dgm:spPr/>
    </dgm:pt>
    <dgm:pt modelId="{07B62C00-C53F-4473-8183-1E4244AFEE53}" type="pres">
      <dgm:prSet presAssocID="{AF229F4D-166B-45B3-915E-7B161558936D}" presName="linComp" presStyleCnt="0"/>
      <dgm:spPr/>
    </dgm:pt>
    <dgm:pt modelId="{FB6C4928-6938-4A1E-9251-A5E4CA6DF558}" type="pres">
      <dgm:prSet presAssocID="{B207231F-BF01-44CD-800E-713A2011EE03}" presName="compNode" presStyleCnt="0"/>
      <dgm:spPr/>
    </dgm:pt>
    <dgm:pt modelId="{F3FDBBBE-4033-4478-A16F-FF25C059E994}" type="pres">
      <dgm:prSet presAssocID="{B207231F-BF01-44CD-800E-713A2011EE03}" presName="node" presStyleLbl="node1" presStyleIdx="0" presStyleCnt="6">
        <dgm:presLayoutVars>
          <dgm:bulletEnabled val="1"/>
        </dgm:presLayoutVars>
      </dgm:prSet>
      <dgm:spPr/>
    </dgm:pt>
    <dgm:pt modelId="{8631A34A-50F1-4E79-BE34-9D0EDC8D5689}" type="pres">
      <dgm:prSet presAssocID="{B207231F-BF01-44CD-800E-713A2011EE03}" presName="invisiNode" presStyleLbl="node1" presStyleIdx="0" presStyleCnt="6"/>
      <dgm:spPr/>
    </dgm:pt>
    <dgm:pt modelId="{FB879788-982A-418B-B59A-BA1789A0280D}" type="pres">
      <dgm:prSet presAssocID="{B207231F-BF01-44CD-800E-713A2011EE03}" presName="imagNode" presStyleLbl="fgImgPlace1" presStyleIdx="0" presStyleCnt="6"/>
      <dgm:spPr/>
    </dgm:pt>
    <dgm:pt modelId="{49E00312-7ACF-44FF-A842-4884E655F5F0}" type="pres">
      <dgm:prSet presAssocID="{693DC34C-EE65-4979-9992-AC3E986B60E3}" presName="sibTrans" presStyleLbl="sibTrans2D1" presStyleIdx="0" presStyleCnt="0"/>
      <dgm:spPr/>
    </dgm:pt>
    <dgm:pt modelId="{5FBAD217-0FEB-41F3-9541-3CC8AB1A556A}" type="pres">
      <dgm:prSet presAssocID="{959BB4D0-CBC7-4619-9997-F57EACFF837D}" presName="compNode" presStyleCnt="0"/>
      <dgm:spPr/>
    </dgm:pt>
    <dgm:pt modelId="{0303F3B4-78E2-4378-9EB5-A497D502E179}" type="pres">
      <dgm:prSet presAssocID="{959BB4D0-CBC7-4619-9997-F57EACFF837D}" presName="node" presStyleLbl="node1" presStyleIdx="1" presStyleCnt="6">
        <dgm:presLayoutVars>
          <dgm:bulletEnabled val="1"/>
        </dgm:presLayoutVars>
      </dgm:prSet>
      <dgm:spPr/>
    </dgm:pt>
    <dgm:pt modelId="{CAF0475F-7B95-48C5-9A30-1D6F38E0C0FB}" type="pres">
      <dgm:prSet presAssocID="{959BB4D0-CBC7-4619-9997-F57EACFF837D}" presName="invisiNode" presStyleLbl="node1" presStyleIdx="1" presStyleCnt="6"/>
      <dgm:spPr/>
    </dgm:pt>
    <dgm:pt modelId="{1DCD2FEA-60DA-441C-9957-339A535A39E4}" type="pres">
      <dgm:prSet presAssocID="{959BB4D0-CBC7-4619-9997-F57EACFF837D}" presName="imagNode" presStyleLbl="fgImgPlace1" presStyleIdx="1" presStyleCnt="6"/>
      <dgm:spPr/>
    </dgm:pt>
    <dgm:pt modelId="{7C0984D5-99CB-4070-BE81-D6CBE55644D8}" type="pres">
      <dgm:prSet presAssocID="{1D8C94E7-9DDC-4EF8-8899-66DF8A3762F1}" presName="sibTrans" presStyleLbl="sibTrans2D1" presStyleIdx="0" presStyleCnt="0"/>
      <dgm:spPr/>
    </dgm:pt>
    <dgm:pt modelId="{19861F31-4118-4BB5-8E39-E3859C9602FE}" type="pres">
      <dgm:prSet presAssocID="{4551B32C-8E92-45D3-9DB6-7328CB3DE73F}" presName="compNode" presStyleCnt="0"/>
      <dgm:spPr/>
    </dgm:pt>
    <dgm:pt modelId="{1F6FF171-130C-4B1A-8E04-9C5BBF865076}" type="pres">
      <dgm:prSet presAssocID="{4551B32C-8E92-45D3-9DB6-7328CB3DE73F}" presName="node" presStyleLbl="node1" presStyleIdx="2" presStyleCnt="6">
        <dgm:presLayoutVars>
          <dgm:bulletEnabled val="1"/>
        </dgm:presLayoutVars>
      </dgm:prSet>
      <dgm:spPr/>
    </dgm:pt>
    <dgm:pt modelId="{0F32B7E5-C4C8-45A2-B837-296C436B23A4}" type="pres">
      <dgm:prSet presAssocID="{4551B32C-8E92-45D3-9DB6-7328CB3DE73F}" presName="invisiNode" presStyleLbl="node1" presStyleIdx="2" presStyleCnt="6"/>
      <dgm:spPr/>
    </dgm:pt>
    <dgm:pt modelId="{A25F7D67-27AE-4DF6-8730-C8648DBBB1F1}" type="pres">
      <dgm:prSet presAssocID="{4551B32C-8E92-45D3-9DB6-7328CB3DE73F}" presName="imagNode" presStyleLbl="fgImgPlace1" presStyleIdx="2" presStyleCnt="6"/>
      <dgm:spPr/>
    </dgm:pt>
    <dgm:pt modelId="{A55B6AE2-52F1-4483-BE38-576BF1D8E22E}" type="pres">
      <dgm:prSet presAssocID="{E0A4893A-63CC-49D9-97AC-A6E3183F40BB}" presName="sibTrans" presStyleLbl="sibTrans2D1" presStyleIdx="0" presStyleCnt="0"/>
      <dgm:spPr/>
    </dgm:pt>
    <dgm:pt modelId="{23BD3C11-29FE-42F6-A2D2-C5C0493C5AAF}" type="pres">
      <dgm:prSet presAssocID="{334E64BD-8DD5-4AAE-8BF3-9569A645167B}" presName="compNode" presStyleCnt="0"/>
      <dgm:spPr/>
    </dgm:pt>
    <dgm:pt modelId="{BA89049F-D4FC-4308-9A23-3B21D6667E51}" type="pres">
      <dgm:prSet presAssocID="{334E64BD-8DD5-4AAE-8BF3-9569A645167B}" presName="node" presStyleLbl="node1" presStyleIdx="3" presStyleCnt="6">
        <dgm:presLayoutVars>
          <dgm:bulletEnabled val="1"/>
        </dgm:presLayoutVars>
      </dgm:prSet>
      <dgm:spPr/>
    </dgm:pt>
    <dgm:pt modelId="{0741565F-4AB3-46EA-A893-330579B690C1}" type="pres">
      <dgm:prSet presAssocID="{334E64BD-8DD5-4AAE-8BF3-9569A645167B}" presName="invisiNode" presStyleLbl="node1" presStyleIdx="3" presStyleCnt="6"/>
      <dgm:spPr/>
    </dgm:pt>
    <dgm:pt modelId="{4DD15D78-4799-46A7-9821-C96EE24A0E13}" type="pres">
      <dgm:prSet presAssocID="{334E64BD-8DD5-4AAE-8BF3-9569A645167B}" presName="imagNode" presStyleLbl="fgImgPlace1" presStyleIdx="3" presStyleCnt="6"/>
      <dgm:spPr/>
    </dgm:pt>
    <dgm:pt modelId="{3D88B818-06B9-4108-B47E-A050CB9DE7A3}" type="pres">
      <dgm:prSet presAssocID="{F9D664DB-9BB9-4D4B-BD63-792106ABFA84}" presName="sibTrans" presStyleLbl="sibTrans2D1" presStyleIdx="0" presStyleCnt="0"/>
      <dgm:spPr/>
    </dgm:pt>
    <dgm:pt modelId="{7C3EA318-3D92-47C3-AAB3-F034DEC2B632}" type="pres">
      <dgm:prSet presAssocID="{D23BD198-F051-4D6B-9650-38BC807C4DC5}" presName="compNode" presStyleCnt="0"/>
      <dgm:spPr/>
    </dgm:pt>
    <dgm:pt modelId="{7EFF3758-6777-48AE-99C0-16293D4B6038}" type="pres">
      <dgm:prSet presAssocID="{D23BD198-F051-4D6B-9650-38BC807C4DC5}" presName="node" presStyleLbl="node1" presStyleIdx="4" presStyleCnt="6">
        <dgm:presLayoutVars>
          <dgm:bulletEnabled val="1"/>
        </dgm:presLayoutVars>
      </dgm:prSet>
      <dgm:spPr/>
    </dgm:pt>
    <dgm:pt modelId="{E5825F73-1B65-4C95-89AD-E9DC8F70B267}" type="pres">
      <dgm:prSet presAssocID="{D23BD198-F051-4D6B-9650-38BC807C4DC5}" presName="invisiNode" presStyleLbl="node1" presStyleIdx="4" presStyleCnt="6"/>
      <dgm:spPr/>
    </dgm:pt>
    <dgm:pt modelId="{3F3F0010-3137-44A7-9A92-FB8A0CAE845C}" type="pres">
      <dgm:prSet presAssocID="{D23BD198-F051-4D6B-9650-38BC807C4DC5}" presName="imagNode" presStyleLbl="fgImgPlace1" presStyleIdx="4" presStyleCnt="6"/>
      <dgm:spPr/>
    </dgm:pt>
    <dgm:pt modelId="{3ED7989C-9E31-4AD7-B6DD-2B79C259D0AE}" type="pres">
      <dgm:prSet presAssocID="{CCFF63CB-EC32-46B9-A9E1-4C71EB6E3691}" presName="sibTrans" presStyleLbl="sibTrans2D1" presStyleIdx="0" presStyleCnt="0"/>
      <dgm:spPr/>
    </dgm:pt>
    <dgm:pt modelId="{6F27CF6B-D67D-4B1A-A35B-1A48DF9C1BDD}" type="pres">
      <dgm:prSet presAssocID="{38C62A0C-6520-4E05-AC15-855E938334CA}" presName="compNode" presStyleCnt="0"/>
      <dgm:spPr/>
    </dgm:pt>
    <dgm:pt modelId="{20E4E069-DA93-472F-B611-83AD2B7B2A0A}" type="pres">
      <dgm:prSet presAssocID="{38C62A0C-6520-4E05-AC15-855E938334CA}" presName="node" presStyleLbl="node1" presStyleIdx="5" presStyleCnt="6">
        <dgm:presLayoutVars>
          <dgm:bulletEnabled val="1"/>
        </dgm:presLayoutVars>
      </dgm:prSet>
      <dgm:spPr/>
    </dgm:pt>
    <dgm:pt modelId="{713F57A8-A658-4825-BD6B-FC3787C119A4}" type="pres">
      <dgm:prSet presAssocID="{38C62A0C-6520-4E05-AC15-855E938334CA}" presName="invisiNode" presStyleLbl="node1" presStyleIdx="5" presStyleCnt="6"/>
      <dgm:spPr/>
    </dgm:pt>
    <dgm:pt modelId="{9DEE626D-B6BE-47E0-BC29-C2E1D7CF742A}" type="pres">
      <dgm:prSet presAssocID="{38C62A0C-6520-4E05-AC15-855E938334CA}" presName="imagNode" presStyleLbl="fgImgPlace1" presStyleIdx="5" presStyleCnt="6"/>
      <dgm:spPr/>
    </dgm:pt>
  </dgm:ptLst>
  <dgm:cxnLst>
    <dgm:cxn modelId="{7BD5750D-2229-480C-B6F9-4995F24D5485}" type="presOf" srcId="{F9D664DB-9BB9-4D4B-BD63-792106ABFA84}" destId="{3D88B818-06B9-4108-B47E-A050CB9DE7A3}" srcOrd="0" destOrd="0" presId="urn:microsoft.com/office/officeart/2005/8/layout/pList2"/>
    <dgm:cxn modelId="{F369B612-25C3-4C1A-AC02-E93BE95C9BF0}" type="presOf" srcId="{AF229F4D-166B-45B3-915E-7B161558936D}" destId="{B5635B4B-CD68-40AA-A903-1D683AF53A18}" srcOrd="0" destOrd="0" presId="urn:microsoft.com/office/officeart/2005/8/layout/pList2"/>
    <dgm:cxn modelId="{C2002C22-BF27-4A20-A151-7BBB78803683}" type="presOf" srcId="{693DC34C-EE65-4979-9992-AC3E986B60E3}" destId="{49E00312-7ACF-44FF-A842-4884E655F5F0}" srcOrd="0" destOrd="0" presId="urn:microsoft.com/office/officeart/2005/8/layout/pList2"/>
    <dgm:cxn modelId="{CDB3662B-11B8-4E52-9009-93BE4643C47B}" type="presOf" srcId="{334E64BD-8DD5-4AAE-8BF3-9569A645167B}" destId="{BA89049F-D4FC-4308-9A23-3B21D6667E51}" srcOrd="0" destOrd="0" presId="urn:microsoft.com/office/officeart/2005/8/layout/pList2"/>
    <dgm:cxn modelId="{6F64AB3B-A2BD-437B-9CFF-74C3BC6A5177}" srcId="{AF229F4D-166B-45B3-915E-7B161558936D}" destId="{334E64BD-8DD5-4AAE-8BF3-9569A645167B}" srcOrd="3" destOrd="0" parTransId="{7E384F03-69A4-41A2-99D4-0656DF8E3DAB}" sibTransId="{F9D664DB-9BB9-4D4B-BD63-792106ABFA84}"/>
    <dgm:cxn modelId="{563B7560-30E7-482F-8E6B-ABF6B0D33928}" srcId="{AF229F4D-166B-45B3-915E-7B161558936D}" destId="{B207231F-BF01-44CD-800E-713A2011EE03}" srcOrd="0" destOrd="0" parTransId="{C46AA866-5E8D-4078-AE10-736D76FF9C07}" sibTransId="{693DC34C-EE65-4979-9992-AC3E986B60E3}"/>
    <dgm:cxn modelId="{30B7ED66-C7DE-4922-AA42-E37E31E83E5A}" type="presOf" srcId="{E0A4893A-63CC-49D9-97AC-A6E3183F40BB}" destId="{A55B6AE2-52F1-4483-BE38-576BF1D8E22E}" srcOrd="0" destOrd="0" presId="urn:microsoft.com/office/officeart/2005/8/layout/pList2"/>
    <dgm:cxn modelId="{AF5D4755-7F53-45E5-ABEB-3580D85A668C}" srcId="{AF229F4D-166B-45B3-915E-7B161558936D}" destId="{4551B32C-8E92-45D3-9DB6-7328CB3DE73F}" srcOrd="2" destOrd="0" parTransId="{68785384-7F0B-44FB-8BC0-04A28E205CDD}" sibTransId="{E0A4893A-63CC-49D9-97AC-A6E3183F40BB}"/>
    <dgm:cxn modelId="{087DE893-E6D7-4B33-9F27-DA16B76837AA}" type="presOf" srcId="{959BB4D0-CBC7-4619-9997-F57EACFF837D}" destId="{0303F3B4-78E2-4378-9EB5-A497D502E179}" srcOrd="0" destOrd="0" presId="urn:microsoft.com/office/officeart/2005/8/layout/pList2"/>
    <dgm:cxn modelId="{76E87E99-5C48-427F-BDCC-7E9B1D655690}" type="presOf" srcId="{D23BD198-F051-4D6B-9650-38BC807C4DC5}" destId="{7EFF3758-6777-48AE-99C0-16293D4B6038}" srcOrd="0" destOrd="0" presId="urn:microsoft.com/office/officeart/2005/8/layout/pList2"/>
    <dgm:cxn modelId="{08BAF8C3-F736-4496-A6A1-D419C6573543}" srcId="{AF229F4D-166B-45B3-915E-7B161558936D}" destId="{38C62A0C-6520-4E05-AC15-855E938334CA}" srcOrd="5" destOrd="0" parTransId="{67F859F0-1218-4E61-A2A1-2DC1B2133ED3}" sibTransId="{F3FBAD20-6374-486F-BFDC-CF782FC7FD7B}"/>
    <dgm:cxn modelId="{E75EB2C4-1719-47A4-B6E2-523F8D0CB547}" type="presOf" srcId="{4551B32C-8E92-45D3-9DB6-7328CB3DE73F}" destId="{1F6FF171-130C-4B1A-8E04-9C5BBF865076}" srcOrd="0" destOrd="0" presId="urn:microsoft.com/office/officeart/2005/8/layout/pList2"/>
    <dgm:cxn modelId="{563D2ACA-D88A-4552-898C-0C5C1F3DDE04}" type="presOf" srcId="{38C62A0C-6520-4E05-AC15-855E938334CA}" destId="{20E4E069-DA93-472F-B611-83AD2B7B2A0A}" srcOrd="0" destOrd="0" presId="urn:microsoft.com/office/officeart/2005/8/layout/pList2"/>
    <dgm:cxn modelId="{F5D7FED3-398E-48EC-95AE-377EC8AA829E}" type="presOf" srcId="{1D8C94E7-9DDC-4EF8-8899-66DF8A3762F1}" destId="{7C0984D5-99CB-4070-BE81-D6CBE55644D8}" srcOrd="0" destOrd="0" presId="urn:microsoft.com/office/officeart/2005/8/layout/pList2"/>
    <dgm:cxn modelId="{05369EE9-511F-47B8-9E74-023AFA9BD871}" type="presOf" srcId="{CCFF63CB-EC32-46B9-A9E1-4C71EB6E3691}" destId="{3ED7989C-9E31-4AD7-B6DD-2B79C259D0AE}" srcOrd="0" destOrd="0" presId="urn:microsoft.com/office/officeart/2005/8/layout/pList2"/>
    <dgm:cxn modelId="{2D9860F9-26C8-4FC9-807B-EE090ABF15CD}" srcId="{AF229F4D-166B-45B3-915E-7B161558936D}" destId="{D23BD198-F051-4D6B-9650-38BC807C4DC5}" srcOrd="4" destOrd="0" parTransId="{8B7433E4-B2AB-4AC0-A298-4D0EF7942BA5}" sibTransId="{CCFF63CB-EC32-46B9-A9E1-4C71EB6E3691}"/>
    <dgm:cxn modelId="{8B04FBFB-68DC-4823-B46B-C1133AB2322A}" type="presOf" srcId="{B207231F-BF01-44CD-800E-713A2011EE03}" destId="{F3FDBBBE-4033-4478-A16F-FF25C059E994}" srcOrd="0" destOrd="0" presId="urn:microsoft.com/office/officeart/2005/8/layout/pList2"/>
    <dgm:cxn modelId="{83FA44FF-8256-4679-993A-4D086695923A}" srcId="{AF229F4D-166B-45B3-915E-7B161558936D}" destId="{959BB4D0-CBC7-4619-9997-F57EACFF837D}" srcOrd="1" destOrd="0" parTransId="{B54D4FFF-2E0E-4294-9EEA-A9FD29AD8D09}" sibTransId="{1D8C94E7-9DDC-4EF8-8899-66DF8A3762F1}"/>
    <dgm:cxn modelId="{4F13B16E-B77A-4874-89C4-A5802713BF12}" type="presParOf" srcId="{B5635B4B-CD68-40AA-A903-1D683AF53A18}" destId="{984A1065-2CDC-4185-8038-5964F9C93249}" srcOrd="0" destOrd="0" presId="urn:microsoft.com/office/officeart/2005/8/layout/pList2"/>
    <dgm:cxn modelId="{3F4A2127-5641-47E7-AA33-057542D77673}" type="presParOf" srcId="{B5635B4B-CD68-40AA-A903-1D683AF53A18}" destId="{07B62C00-C53F-4473-8183-1E4244AFEE53}" srcOrd="1" destOrd="0" presId="urn:microsoft.com/office/officeart/2005/8/layout/pList2"/>
    <dgm:cxn modelId="{F7C171F9-3E07-4102-AE30-8D37F8004BBD}" type="presParOf" srcId="{07B62C00-C53F-4473-8183-1E4244AFEE53}" destId="{FB6C4928-6938-4A1E-9251-A5E4CA6DF558}" srcOrd="0" destOrd="0" presId="urn:microsoft.com/office/officeart/2005/8/layout/pList2"/>
    <dgm:cxn modelId="{71FAEBAA-B41C-4F9C-A2EC-9BFCBDA3AE8E}" type="presParOf" srcId="{FB6C4928-6938-4A1E-9251-A5E4CA6DF558}" destId="{F3FDBBBE-4033-4478-A16F-FF25C059E994}" srcOrd="0" destOrd="0" presId="urn:microsoft.com/office/officeart/2005/8/layout/pList2"/>
    <dgm:cxn modelId="{C786613F-B8EC-46BF-BAD6-1C6F93E47AC7}" type="presParOf" srcId="{FB6C4928-6938-4A1E-9251-A5E4CA6DF558}" destId="{8631A34A-50F1-4E79-BE34-9D0EDC8D5689}" srcOrd="1" destOrd="0" presId="urn:microsoft.com/office/officeart/2005/8/layout/pList2"/>
    <dgm:cxn modelId="{5FA40CCA-788D-448D-8C95-E2C823F8782A}" type="presParOf" srcId="{FB6C4928-6938-4A1E-9251-A5E4CA6DF558}" destId="{FB879788-982A-418B-B59A-BA1789A0280D}" srcOrd="2" destOrd="0" presId="urn:microsoft.com/office/officeart/2005/8/layout/pList2"/>
    <dgm:cxn modelId="{CF9235C9-5434-49EB-9435-3D5B9AB09D18}" type="presParOf" srcId="{07B62C00-C53F-4473-8183-1E4244AFEE53}" destId="{49E00312-7ACF-44FF-A842-4884E655F5F0}" srcOrd="1" destOrd="0" presId="urn:microsoft.com/office/officeart/2005/8/layout/pList2"/>
    <dgm:cxn modelId="{50A0C217-9C89-49CD-A589-63692643916A}" type="presParOf" srcId="{07B62C00-C53F-4473-8183-1E4244AFEE53}" destId="{5FBAD217-0FEB-41F3-9541-3CC8AB1A556A}" srcOrd="2" destOrd="0" presId="urn:microsoft.com/office/officeart/2005/8/layout/pList2"/>
    <dgm:cxn modelId="{4A70A155-BEA3-4813-884F-75C57A137BC4}" type="presParOf" srcId="{5FBAD217-0FEB-41F3-9541-3CC8AB1A556A}" destId="{0303F3B4-78E2-4378-9EB5-A497D502E179}" srcOrd="0" destOrd="0" presId="urn:microsoft.com/office/officeart/2005/8/layout/pList2"/>
    <dgm:cxn modelId="{BFCBB56C-7C97-4033-9FD5-8C53F3EC1CBB}" type="presParOf" srcId="{5FBAD217-0FEB-41F3-9541-3CC8AB1A556A}" destId="{CAF0475F-7B95-48C5-9A30-1D6F38E0C0FB}" srcOrd="1" destOrd="0" presId="urn:microsoft.com/office/officeart/2005/8/layout/pList2"/>
    <dgm:cxn modelId="{02E3325A-FB9F-4240-A4AB-0B0EE31DA9F2}" type="presParOf" srcId="{5FBAD217-0FEB-41F3-9541-3CC8AB1A556A}" destId="{1DCD2FEA-60DA-441C-9957-339A535A39E4}" srcOrd="2" destOrd="0" presId="urn:microsoft.com/office/officeart/2005/8/layout/pList2"/>
    <dgm:cxn modelId="{FE202485-6131-45EC-9836-A83D0A42ACE6}" type="presParOf" srcId="{07B62C00-C53F-4473-8183-1E4244AFEE53}" destId="{7C0984D5-99CB-4070-BE81-D6CBE55644D8}" srcOrd="3" destOrd="0" presId="urn:microsoft.com/office/officeart/2005/8/layout/pList2"/>
    <dgm:cxn modelId="{E42FB7F7-356B-4B75-B6CF-477FC1B9E505}" type="presParOf" srcId="{07B62C00-C53F-4473-8183-1E4244AFEE53}" destId="{19861F31-4118-4BB5-8E39-E3859C9602FE}" srcOrd="4" destOrd="0" presId="urn:microsoft.com/office/officeart/2005/8/layout/pList2"/>
    <dgm:cxn modelId="{74A4AFEB-9CE4-41F8-8B72-F48446D2C380}" type="presParOf" srcId="{19861F31-4118-4BB5-8E39-E3859C9602FE}" destId="{1F6FF171-130C-4B1A-8E04-9C5BBF865076}" srcOrd="0" destOrd="0" presId="urn:microsoft.com/office/officeart/2005/8/layout/pList2"/>
    <dgm:cxn modelId="{87A2DB59-5D13-410D-9A30-C4CED6FC5F53}" type="presParOf" srcId="{19861F31-4118-4BB5-8E39-E3859C9602FE}" destId="{0F32B7E5-C4C8-45A2-B837-296C436B23A4}" srcOrd="1" destOrd="0" presId="urn:microsoft.com/office/officeart/2005/8/layout/pList2"/>
    <dgm:cxn modelId="{FFE46DD1-66CC-4E96-8D51-C38B3F6F6140}" type="presParOf" srcId="{19861F31-4118-4BB5-8E39-E3859C9602FE}" destId="{A25F7D67-27AE-4DF6-8730-C8648DBBB1F1}" srcOrd="2" destOrd="0" presId="urn:microsoft.com/office/officeart/2005/8/layout/pList2"/>
    <dgm:cxn modelId="{13AAA81F-155C-42D4-A479-E49A04B19CE4}" type="presParOf" srcId="{07B62C00-C53F-4473-8183-1E4244AFEE53}" destId="{A55B6AE2-52F1-4483-BE38-576BF1D8E22E}" srcOrd="5" destOrd="0" presId="urn:microsoft.com/office/officeart/2005/8/layout/pList2"/>
    <dgm:cxn modelId="{B19C8530-4FA2-453A-B65C-47BDA4CDEAA3}" type="presParOf" srcId="{07B62C00-C53F-4473-8183-1E4244AFEE53}" destId="{23BD3C11-29FE-42F6-A2D2-C5C0493C5AAF}" srcOrd="6" destOrd="0" presId="urn:microsoft.com/office/officeart/2005/8/layout/pList2"/>
    <dgm:cxn modelId="{C34A5DAB-C4C0-46D9-9080-5CE170E2AD6E}" type="presParOf" srcId="{23BD3C11-29FE-42F6-A2D2-C5C0493C5AAF}" destId="{BA89049F-D4FC-4308-9A23-3B21D6667E51}" srcOrd="0" destOrd="0" presId="urn:microsoft.com/office/officeart/2005/8/layout/pList2"/>
    <dgm:cxn modelId="{EC1F7583-F1D0-4AB4-A064-D6F1E686CD50}" type="presParOf" srcId="{23BD3C11-29FE-42F6-A2D2-C5C0493C5AAF}" destId="{0741565F-4AB3-46EA-A893-330579B690C1}" srcOrd="1" destOrd="0" presId="urn:microsoft.com/office/officeart/2005/8/layout/pList2"/>
    <dgm:cxn modelId="{2BF1C17C-C47F-4280-A7B9-5717E4EE1B81}" type="presParOf" srcId="{23BD3C11-29FE-42F6-A2D2-C5C0493C5AAF}" destId="{4DD15D78-4799-46A7-9821-C96EE24A0E13}" srcOrd="2" destOrd="0" presId="urn:microsoft.com/office/officeart/2005/8/layout/pList2"/>
    <dgm:cxn modelId="{D0B8D037-1601-40CC-950B-E8F83CB03A74}" type="presParOf" srcId="{07B62C00-C53F-4473-8183-1E4244AFEE53}" destId="{3D88B818-06B9-4108-B47E-A050CB9DE7A3}" srcOrd="7" destOrd="0" presId="urn:microsoft.com/office/officeart/2005/8/layout/pList2"/>
    <dgm:cxn modelId="{1CC326AF-5D6A-491F-B3FE-68A48092FA50}" type="presParOf" srcId="{07B62C00-C53F-4473-8183-1E4244AFEE53}" destId="{7C3EA318-3D92-47C3-AAB3-F034DEC2B632}" srcOrd="8" destOrd="0" presId="urn:microsoft.com/office/officeart/2005/8/layout/pList2"/>
    <dgm:cxn modelId="{FE894F2F-F122-4432-BA0E-69094DF5761F}" type="presParOf" srcId="{7C3EA318-3D92-47C3-AAB3-F034DEC2B632}" destId="{7EFF3758-6777-48AE-99C0-16293D4B6038}" srcOrd="0" destOrd="0" presId="urn:microsoft.com/office/officeart/2005/8/layout/pList2"/>
    <dgm:cxn modelId="{BCF34516-A240-453C-B796-76A90027EA6C}" type="presParOf" srcId="{7C3EA318-3D92-47C3-AAB3-F034DEC2B632}" destId="{E5825F73-1B65-4C95-89AD-E9DC8F70B267}" srcOrd="1" destOrd="0" presId="urn:microsoft.com/office/officeart/2005/8/layout/pList2"/>
    <dgm:cxn modelId="{12091547-48E3-44A0-B7F1-C6ABEAC73B10}" type="presParOf" srcId="{7C3EA318-3D92-47C3-AAB3-F034DEC2B632}" destId="{3F3F0010-3137-44A7-9A92-FB8A0CAE845C}" srcOrd="2" destOrd="0" presId="urn:microsoft.com/office/officeart/2005/8/layout/pList2"/>
    <dgm:cxn modelId="{E0486F40-FAFB-4A38-A559-6C0EEA373671}" type="presParOf" srcId="{07B62C00-C53F-4473-8183-1E4244AFEE53}" destId="{3ED7989C-9E31-4AD7-B6DD-2B79C259D0AE}" srcOrd="9" destOrd="0" presId="urn:microsoft.com/office/officeart/2005/8/layout/pList2"/>
    <dgm:cxn modelId="{3998DA68-EFD3-4C89-9E44-08ADC17A38E4}" type="presParOf" srcId="{07B62C00-C53F-4473-8183-1E4244AFEE53}" destId="{6F27CF6B-D67D-4B1A-A35B-1A48DF9C1BDD}" srcOrd="10" destOrd="0" presId="urn:microsoft.com/office/officeart/2005/8/layout/pList2"/>
    <dgm:cxn modelId="{AD451C2F-5C35-4EB4-892A-3C431EB161F8}" type="presParOf" srcId="{6F27CF6B-D67D-4B1A-A35B-1A48DF9C1BDD}" destId="{20E4E069-DA93-472F-B611-83AD2B7B2A0A}" srcOrd="0" destOrd="0" presId="urn:microsoft.com/office/officeart/2005/8/layout/pList2"/>
    <dgm:cxn modelId="{47535C3C-B68F-4F04-9B42-54C49C732C52}" type="presParOf" srcId="{6F27CF6B-D67D-4B1A-A35B-1A48DF9C1BDD}" destId="{713F57A8-A658-4825-BD6B-FC3787C119A4}" srcOrd="1" destOrd="0" presId="urn:microsoft.com/office/officeart/2005/8/layout/pList2"/>
    <dgm:cxn modelId="{DBFDB801-FA90-43A6-9D16-9FAB9AF67E55}" type="presParOf" srcId="{6F27CF6B-D67D-4B1A-A35B-1A48DF9C1BDD}" destId="{9DEE626D-B6BE-47E0-BC29-C2E1D7CF742A}"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23D2B7D-FEFA-4121-9D99-3AA5D812C86E}" type="doc">
      <dgm:prSet loTypeId="urn:microsoft.com/office/officeart/2008/layout/BendingPictureBlocks" loCatId="picture" qsTypeId="urn:microsoft.com/office/officeart/2005/8/quickstyle/simple1" qsCatId="simple" csTypeId="urn:microsoft.com/office/officeart/2005/8/colors/accent1_2" csCatId="accent1" phldr="1"/>
      <dgm:spPr/>
      <dgm:t>
        <a:bodyPr/>
        <a:lstStyle/>
        <a:p>
          <a:endParaRPr lang="es-MX"/>
        </a:p>
      </dgm:t>
    </dgm:pt>
    <dgm:pt modelId="{985CFC0E-3DBE-4C66-9782-6A65E74FA582}">
      <dgm:prSet phldrT="[Texto]"/>
      <dgm:spPr/>
      <dgm:t>
        <a:bodyPr/>
        <a:lstStyle/>
        <a:p>
          <a:r>
            <a:rPr lang="es-MX" dirty="0"/>
            <a:t>Django</a:t>
          </a:r>
        </a:p>
      </dgm:t>
    </dgm:pt>
    <dgm:pt modelId="{ADC4E7CD-EA21-4B84-8F04-709E90E36ED5}" type="parTrans" cxnId="{92DF557D-04E9-4037-B65E-CCFE4A163316}">
      <dgm:prSet/>
      <dgm:spPr/>
      <dgm:t>
        <a:bodyPr/>
        <a:lstStyle/>
        <a:p>
          <a:endParaRPr lang="es-MX"/>
        </a:p>
      </dgm:t>
    </dgm:pt>
    <dgm:pt modelId="{E0E96CFB-9680-4F36-B4DB-BAEF383FAFC8}" type="sibTrans" cxnId="{92DF557D-04E9-4037-B65E-CCFE4A163316}">
      <dgm:prSet/>
      <dgm:spPr/>
      <dgm:t>
        <a:bodyPr/>
        <a:lstStyle/>
        <a:p>
          <a:endParaRPr lang="es-MX"/>
        </a:p>
      </dgm:t>
    </dgm:pt>
    <dgm:pt modelId="{4799E865-683A-48E0-B54B-555777A0286B}">
      <dgm:prSet phldrT="[Texto]"/>
      <dgm:spPr/>
      <dgm:t>
        <a:bodyPr/>
        <a:lstStyle/>
        <a:p>
          <a:endParaRPr lang="es-MX" dirty="0"/>
        </a:p>
      </dgm:t>
    </dgm:pt>
    <dgm:pt modelId="{8D878A48-D478-402B-8C1E-0794FE09E910}" type="parTrans" cxnId="{85814D5C-3797-41B1-97E2-10EA2EF0806F}">
      <dgm:prSet/>
      <dgm:spPr/>
      <dgm:t>
        <a:bodyPr/>
        <a:lstStyle/>
        <a:p>
          <a:endParaRPr lang="es-MX"/>
        </a:p>
      </dgm:t>
    </dgm:pt>
    <dgm:pt modelId="{C18F0C88-D564-41F0-BA13-687F9E44B086}" type="sibTrans" cxnId="{85814D5C-3797-41B1-97E2-10EA2EF0806F}">
      <dgm:prSet/>
      <dgm:spPr/>
      <dgm:t>
        <a:bodyPr/>
        <a:lstStyle/>
        <a:p>
          <a:endParaRPr lang="es-MX"/>
        </a:p>
      </dgm:t>
    </dgm:pt>
    <dgm:pt modelId="{A34986C1-6488-4980-928D-48CD013E3F8D}">
      <dgm:prSet phldrT="[Texto]"/>
      <dgm:spPr/>
      <dgm:t>
        <a:bodyPr/>
        <a:lstStyle/>
        <a:p>
          <a:endParaRPr lang="es-MX" dirty="0"/>
        </a:p>
      </dgm:t>
    </dgm:pt>
    <dgm:pt modelId="{3E39645A-7055-4003-B3A0-B15006F2479B}" type="parTrans" cxnId="{5C4244B6-9AD6-4B66-A28E-ECADBF2ECDF7}">
      <dgm:prSet/>
      <dgm:spPr/>
      <dgm:t>
        <a:bodyPr/>
        <a:lstStyle/>
        <a:p>
          <a:endParaRPr lang="es-MX"/>
        </a:p>
      </dgm:t>
    </dgm:pt>
    <dgm:pt modelId="{E1859162-A7F7-49F8-A747-CBE8F86473F7}" type="sibTrans" cxnId="{5C4244B6-9AD6-4B66-A28E-ECADBF2ECDF7}">
      <dgm:prSet/>
      <dgm:spPr/>
      <dgm:t>
        <a:bodyPr/>
        <a:lstStyle/>
        <a:p>
          <a:endParaRPr lang="es-MX"/>
        </a:p>
      </dgm:t>
    </dgm:pt>
    <dgm:pt modelId="{A0D2FDCB-20DF-4E39-969B-67999726FDF5}">
      <dgm:prSet phldrT="[Texto]" phldr="0"/>
      <dgm:spPr/>
      <dgm:t>
        <a:bodyPr/>
        <a:lstStyle/>
        <a:p>
          <a:endParaRPr lang="es-MX" dirty="0"/>
        </a:p>
      </dgm:t>
    </dgm:pt>
    <dgm:pt modelId="{E2E8C0F0-7381-43FA-924A-A7E957E60798}" type="parTrans" cxnId="{BFA732DF-D054-4286-8843-5080E2F7331D}">
      <dgm:prSet/>
      <dgm:spPr/>
      <dgm:t>
        <a:bodyPr/>
        <a:lstStyle/>
        <a:p>
          <a:endParaRPr lang="es-MX"/>
        </a:p>
      </dgm:t>
    </dgm:pt>
    <dgm:pt modelId="{D6283428-0566-40A4-96DF-62C7EB0675B4}" type="sibTrans" cxnId="{BFA732DF-D054-4286-8843-5080E2F7331D}">
      <dgm:prSet/>
      <dgm:spPr/>
      <dgm:t>
        <a:bodyPr/>
        <a:lstStyle/>
        <a:p>
          <a:endParaRPr lang="es-MX"/>
        </a:p>
      </dgm:t>
    </dgm:pt>
    <dgm:pt modelId="{6C194BA6-E8F9-480A-8615-443FED015EDC}" type="pres">
      <dgm:prSet presAssocID="{323D2B7D-FEFA-4121-9D99-3AA5D812C86E}" presName="Name0" presStyleCnt="0">
        <dgm:presLayoutVars>
          <dgm:dir/>
          <dgm:resizeHandles/>
        </dgm:presLayoutVars>
      </dgm:prSet>
      <dgm:spPr/>
    </dgm:pt>
    <dgm:pt modelId="{2CBCA7DE-2062-4790-AC61-B131E4EF1442}" type="pres">
      <dgm:prSet presAssocID="{985CFC0E-3DBE-4C66-9782-6A65E74FA582}" presName="composite" presStyleCnt="0"/>
      <dgm:spPr/>
    </dgm:pt>
    <dgm:pt modelId="{CD72F8E2-84ED-4162-B3DE-11C0D2D1E1FB}" type="pres">
      <dgm:prSet presAssocID="{985CFC0E-3DBE-4C66-9782-6A65E74FA582}" presName="rect1" presStyleLbl="bgImgPlace1" presStyleIdx="0" presStyleCnt="4" custLinFactNeighborY="1720"/>
      <dgm:spPr>
        <a:blipFill>
          <a:blip xmlns:r="http://schemas.openxmlformats.org/officeDocument/2006/relationships" r:embed="rId1"/>
          <a:srcRect/>
          <a:stretch>
            <a:fillRect t="-9000" b="-9000"/>
          </a:stretch>
        </a:blipFill>
      </dgm:spPr>
    </dgm:pt>
    <dgm:pt modelId="{AC8C0F16-2E55-4721-87B8-27B5691CDA8E}" type="pres">
      <dgm:prSet presAssocID="{985CFC0E-3DBE-4C66-9782-6A65E74FA582}" presName="rect2" presStyleLbl="node1" presStyleIdx="0" presStyleCnt="4">
        <dgm:presLayoutVars>
          <dgm:bulletEnabled val="1"/>
        </dgm:presLayoutVars>
      </dgm:prSet>
      <dgm:spPr/>
    </dgm:pt>
    <dgm:pt modelId="{7A6F06AB-2D64-4BF5-B3D0-3D4B4472DFE7}" type="pres">
      <dgm:prSet presAssocID="{E0E96CFB-9680-4F36-B4DB-BAEF383FAFC8}" presName="sibTrans" presStyleCnt="0"/>
      <dgm:spPr/>
    </dgm:pt>
    <dgm:pt modelId="{97601705-E705-4CFA-9C42-2B7A3FD3C67F}" type="pres">
      <dgm:prSet presAssocID="{4799E865-683A-48E0-B54B-555777A0286B}" presName="composite" presStyleCnt="0"/>
      <dgm:spPr/>
    </dgm:pt>
    <dgm:pt modelId="{28CB8F19-5C82-4629-B7C5-140619AEDB50}" type="pres">
      <dgm:prSet presAssocID="{4799E865-683A-48E0-B54B-555777A0286B}" presName="rect1" presStyleLbl="bgImgPlace1" presStyleIdx="1" presStyleCnt="4"/>
      <dgm:spPr/>
    </dgm:pt>
    <dgm:pt modelId="{52B5D8D6-5D0C-43B2-8058-F93031E99746}" type="pres">
      <dgm:prSet presAssocID="{4799E865-683A-48E0-B54B-555777A0286B}" presName="rect2" presStyleLbl="node1" presStyleIdx="1" presStyleCnt="4">
        <dgm:presLayoutVars>
          <dgm:bulletEnabled val="1"/>
        </dgm:presLayoutVars>
      </dgm:prSet>
      <dgm:spPr/>
    </dgm:pt>
    <dgm:pt modelId="{6B67F2E9-05B8-4310-B818-7C12F9D46ABF}" type="pres">
      <dgm:prSet presAssocID="{C18F0C88-D564-41F0-BA13-687F9E44B086}" presName="sibTrans" presStyleCnt="0"/>
      <dgm:spPr/>
    </dgm:pt>
    <dgm:pt modelId="{630542D8-47E0-45BD-BC97-637B995D93BB}" type="pres">
      <dgm:prSet presAssocID="{A34986C1-6488-4980-928D-48CD013E3F8D}" presName="composite" presStyleCnt="0"/>
      <dgm:spPr/>
    </dgm:pt>
    <dgm:pt modelId="{D6EBB463-D722-4806-8ECB-5A747231E313}" type="pres">
      <dgm:prSet presAssocID="{A34986C1-6488-4980-928D-48CD013E3F8D}" presName="rect1" presStyleLbl="bgImgPlace1" presStyleIdx="2" presStyleCnt="4"/>
      <dgm:spPr/>
    </dgm:pt>
    <dgm:pt modelId="{CB2E5ECF-64E7-43D7-B2D2-D01451B06DEE}" type="pres">
      <dgm:prSet presAssocID="{A34986C1-6488-4980-928D-48CD013E3F8D}" presName="rect2" presStyleLbl="node1" presStyleIdx="2" presStyleCnt="4">
        <dgm:presLayoutVars>
          <dgm:bulletEnabled val="1"/>
        </dgm:presLayoutVars>
      </dgm:prSet>
      <dgm:spPr/>
    </dgm:pt>
    <dgm:pt modelId="{15715B12-CC9B-4161-9FAC-1EC8ECB8FB15}" type="pres">
      <dgm:prSet presAssocID="{E1859162-A7F7-49F8-A747-CBE8F86473F7}" presName="sibTrans" presStyleCnt="0"/>
      <dgm:spPr/>
    </dgm:pt>
    <dgm:pt modelId="{FE845094-0166-4F62-9B90-7DF5805F7A91}" type="pres">
      <dgm:prSet presAssocID="{A0D2FDCB-20DF-4E39-969B-67999726FDF5}" presName="composite" presStyleCnt="0"/>
      <dgm:spPr/>
    </dgm:pt>
    <dgm:pt modelId="{5D57C48F-789C-4BEB-81D7-79591FC97C08}" type="pres">
      <dgm:prSet presAssocID="{A0D2FDCB-20DF-4E39-969B-67999726FDF5}" presName="rect1" presStyleLbl="bgImgPlace1" presStyleIdx="3" presStyleCnt="4"/>
      <dgm:spPr/>
    </dgm:pt>
    <dgm:pt modelId="{5150C222-642E-4750-8BF2-B2D33BB7A101}" type="pres">
      <dgm:prSet presAssocID="{A0D2FDCB-20DF-4E39-969B-67999726FDF5}" presName="rect2" presStyleLbl="node1" presStyleIdx="3" presStyleCnt="4">
        <dgm:presLayoutVars>
          <dgm:bulletEnabled val="1"/>
        </dgm:presLayoutVars>
      </dgm:prSet>
      <dgm:spPr/>
    </dgm:pt>
  </dgm:ptLst>
  <dgm:cxnLst>
    <dgm:cxn modelId="{CB2B0912-E87F-49C1-8630-46C8C9842E51}" type="presOf" srcId="{985CFC0E-3DBE-4C66-9782-6A65E74FA582}" destId="{AC8C0F16-2E55-4721-87B8-27B5691CDA8E}" srcOrd="0" destOrd="0" presId="urn:microsoft.com/office/officeart/2008/layout/BendingPictureBlocks"/>
    <dgm:cxn modelId="{4163E23B-0C31-4E8C-887B-14A2F0AE95AF}" type="presOf" srcId="{4799E865-683A-48E0-B54B-555777A0286B}" destId="{52B5D8D6-5D0C-43B2-8058-F93031E99746}" srcOrd="0" destOrd="0" presId="urn:microsoft.com/office/officeart/2008/layout/BendingPictureBlocks"/>
    <dgm:cxn modelId="{85814D5C-3797-41B1-97E2-10EA2EF0806F}" srcId="{323D2B7D-FEFA-4121-9D99-3AA5D812C86E}" destId="{4799E865-683A-48E0-B54B-555777A0286B}" srcOrd="1" destOrd="0" parTransId="{8D878A48-D478-402B-8C1E-0794FE09E910}" sibTransId="{C18F0C88-D564-41F0-BA13-687F9E44B086}"/>
    <dgm:cxn modelId="{0F20506C-F3F8-4BC9-9C1B-25709DD71C1A}" type="presOf" srcId="{A0D2FDCB-20DF-4E39-969B-67999726FDF5}" destId="{5150C222-642E-4750-8BF2-B2D33BB7A101}" srcOrd="0" destOrd="0" presId="urn:microsoft.com/office/officeart/2008/layout/BendingPictureBlocks"/>
    <dgm:cxn modelId="{92DF557D-04E9-4037-B65E-CCFE4A163316}" srcId="{323D2B7D-FEFA-4121-9D99-3AA5D812C86E}" destId="{985CFC0E-3DBE-4C66-9782-6A65E74FA582}" srcOrd="0" destOrd="0" parTransId="{ADC4E7CD-EA21-4B84-8F04-709E90E36ED5}" sibTransId="{E0E96CFB-9680-4F36-B4DB-BAEF383FAFC8}"/>
    <dgm:cxn modelId="{5C4244B6-9AD6-4B66-A28E-ECADBF2ECDF7}" srcId="{323D2B7D-FEFA-4121-9D99-3AA5D812C86E}" destId="{A34986C1-6488-4980-928D-48CD013E3F8D}" srcOrd="2" destOrd="0" parTransId="{3E39645A-7055-4003-B3A0-B15006F2479B}" sibTransId="{E1859162-A7F7-49F8-A747-CBE8F86473F7}"/>
    <dgm:cxn modelId="{02AC27C2-C496-40E7-9219-406E43E98A48}" type="presOf" srcId="{323D2B7D-FEFA-4121-9D99-3AA5D812C86E}" destId="{6C194BA6-E8F9-480A-8615-443FED015EDC}" srcOrd="0" destOrd="0" presId="urn:microsoft.com/office/officeart/2008/layout/BendingPictureBlocks"/>
    <dgm:cxn modelId="{BFA732DF-D054-4286-8843-5080E2F7331D}" srcId="{323D2B7D-FEFA-4121-9D99-3AA5D812C86E}" destId="{A0D2FDCB-20DF-4E39-969B-67999726FDF5}" srcOrd="3" destOrd="0" parTransId="{E2E8C0F0-7381-43FA-924A-A7E957E60798}" sibTransId="{D6283428-0566-40A4-96DF-62C7EB0675B4}"/>
    <dgm:cxn modelId="{76974EFF-E9C1-4EAD-857D-B3AAC5620428}" type="presOf" srcId="{A34986C1-6488-4980-928D-48CD013E3F8D}" destId="{CB2E5ECF-64E7-43D7-B2D2-D01451B06DEE}" srcOrd="0" destOrd="0" presId="urn:microsoft.com/office/officeart/2008/layout/BendingPictureBlocks"/>
    <dgm:cxn modelId="{435BB660-FA16-43AF-B70F-490F64E3FF4E}" type="presParOf" srcId="{6C194BA6-E8F9-480A-8615-443FED015EDC}" destId="{2CBCA7DE-2062-4790-AC61-B131E4EF1442}" srcOrd="0" destOrd="0" presId="urn:microsoft.com/office/officeart/2008/layout/BendingPictureBlocks"/>
    <dgm:cxn modelId="{BFFA3591-7C59-4856-A4E1-D3B072D4C8EF}" type="presParOf" srcId="{2CBCA7DE-2062-4790-AC61-B131E4EF1442}" destId="{CD72F8E2-84ED-4162-B3DE-11C0D2D1E1FB}" srcOrd="0" destOrd="0" presId="urn:microsoft.com/office/officeart/2008/layout/BendingPictureBlocks"/>
    <dgm:cxn modelId="{8A0E03FF-AB17-4B49-A121-277D13D00718}" type="presParOf" srcId="{2CBCA7DE-2062-4790-AC61-B131E4EF1442}" destId="{AC8C0F16-2E55-4721-87B8-27B5691CDA8E}" srcOrd="1" destOrd="0" presId="urn:microsoft.com/office/officeart/2008/layout/BendingPictureBlocks"/>
    <dgm:cxn modelId="{D740563A-5640-450C-B263-9BCFAFBBC85B}" type="presParOf" srcId="{6C194BA6-E8F9-480A-8615-443FED015EDC}" destId="{7A6F06AB-2D64-4BF5-B3D0-3D4B4472DFE7}" srcOrd="1" destOrd="0" presId="urn:microsoft.com/office/officeart/2008/layout/BendingPictureBlocks"/>
    <dgm:cxn modelId="{CC4C9722-E838-4D29-9718-BD53DE75831C}" type="presParOf" srcId="{6C194BA6-E8F9-480A-8615-443FED015EDC}" destId="{97601705-E705-4CFA-9C42-2B7A3FD3C67F}" srcOrd="2" destOrd="0" presId="urn:microsoft.com/office/officeart/2008/layout/BendingPictureBlocks"/>
    <dgm:cxn modelId="{CD641508-6153-4736-8101-B4DF30A3675A}" type="presParOf" srcId="{97601705-E705-4CFA-9C42-2B7A3FD3C67F}" destId="{28CB8F19-5C82-4629-B7C5-140619AEDB50}" srcOrd="0" destOrd="0" presId="urn:microsoft.com/office/officeart/2008/layout/BendingPictureBlocks"/>
    <dgm:cxn modelId="{9396BE15-A052-4B85-9ACB-42616E8635F4}" type="presParOf" srcId="{97601705-E705-4CFA-9C42-2B7A3FD3C67F}" destId="{52B5D8D6-5D0C-43B2-8058-F93031E99746}" srcOrd="1" destOrd="0" presId="urn:microsoft.com/office/officeart/2008/layout/BendingPictureBlocks"/>
    <dgm:cxn modelId="{2F54BE60-2608-4E13-8796-4AAC52CF8F3B}" type="presParOf" srcId="{6C194BA6-E8F9-480A-8615-443FED015EDC}" destId="{6B67F2E9-05B8-4310-B818-7C12F9D46ABF}" srcOrd="3" destOrd="0" presId="urn:microsoft.com/office/officeart/2008/layout/BendingPictureBlocks"/>
    <dgm:cxn modelId="{FAADA0A5-A1EC-4806-BD74-403CACEF9CE1}" type="presParOf" srcId="{6C194BA6-E8F9-480A-8615-443FED015EDC}" destId="{630542D8-47E0-45BD-BC97-637B995D93BB}" srcOrd="4" destOrd="0" presId="urn:microsoft.com/office/officeart/2008/layout/BendingPictureBlocks"/>
    <dgm:cxn modelId="{101A9214-D4B4-47AA-88B6-EB338885671B}" type="presParOf" srcId="{630542D8-47E0-45BD-BC97-637B995D93BB}" destId="{D6EBB463-D722-4806-8ECB-5A747231E313}" srcOrd="0" destOrd="0" presId="urn:microsoft.com/office/officeart/2008/layout/BendingPictureBlocks"/>
    <dgm:cxn modelId="{112072E9-EC7D-40CD-A571-C8DDF1330D67}" type="presParOf" srcId="{630542D8-47E0-45BD-BC97-637B995D93BB}" destId="{CB2E5ECF-64E7-43D7-B2D2-D01451B06DEE}" srcOrd="1" destOrd="0" presId="urn:microsoft.com/office/officeart/2008/layout/BendingPictureBlocks"/>
    <dgm:cxn modelId="{86DBA33B-E4A0-41A7-BE16-2F7C2401D35D}" type="presParOf" srcId="{6C194BA6-E8F9-480A-8615-443FED015EDC}" destId="{15715B12-CC9B-4161-9FAC-1EC8ECB8FB15}" srcOrd="5" destOrd="0" presId="urn:microsoft.com/office/officeart/2008/layout/BendingPictureBlocks"/>
    <dgm:cxn modelId="{C7EB49F7-6173-4991-A112-6EDE5B8BD78F}" type="presParOf" srcId="{6C194BA6-E8F9-480A-8615-443FED015EDC}" destId="{FE845094-0166-4F62-9B90-7DF5805F7A91}" srcOrd="6" destOrd="0" presId="urn:microsoft.com/office/officeart/2008/layout/BendingPictureBlocks"/>
    <dgm:cxn modelId="{EA3640B9-0115-4F27-84B5-A65243E1289C}" type="presParOf" srcId="{FE845094-0166-4F62-9B90-7DF5805F7A91}" destId="{5D57C48F-789C-4BEB-81D7-79591FC97C08}" srcOrd="0" destOrd="0" presId="urn:microsoft.com/office/officeart/2008/layout/BendingPictureBlocks"/>
    <dgm:cxn modelId="{C9B74F88-2F08-471B-8E72-68C089E2884A}" type="presParOf" srcId="{FE845094-0166-4F62-9B90-7DF5805F7A91}" destId="{5150C222-642E-4750-8BF2-B2D33BB7A101}" srcOrd="1" destOrd="0" presId="urn:microsoft.com/office/officeart/2008/layout/BendingPictureBlock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782021-6A4C-47FF-8073-56C0F1F6446C}">
      <dsp:nvSpPr>
        <dsp:cNvPr id="0" name=""/>
        <dsp:cNvSpPr/>
      </dsp:nvSpPr>
      <dsp:spPr>
        <a:xfrm>
          <a:off x="958607" y="634388"/>
          <a:ext cx="1454651" cy="14546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74846-AC19-40D3-82BD-6A6B10919F70}">
      <dsp:nvSpPr>
        <dsp:cNvPr id="0" name=""/>
        <dsp:cNvSpPr/>
      </dsp:nvSpPr>
      <dsp:spPr>
        <a:xfrm>
          <a:off x="69653" y="2472971"/>
          <a:ext cx="323255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s-ES" sz="1500" kern="1200"/>
            <a:t>Es el </a:t>
          </a:r>
          <a:r>
            <a:rPr lang="es-ES" sz="1500" b="1" kern="1200"/>
            <a:t>medio visual</a:t>
          </a:r>
          <a:r>
            <a:rPr lang="es-ES" sz="1500" kern="1200"/>
            <a:t> que permite la interacción entre el usuario y el sistema operativo o aplicación.</a:t>
          </a:r>
          <a:endParaRPr lang="en-US" sz="1500" kern="1200"/>
        </a:p>
      </dsp:txBody>
      <dsp:txXfrm>
        <a:off x="69653" y="2472971"/>
        <a:ext cx="3232559" cy="720000"/>
      </dsp:txXfrm>
    </dsp:sp>
    <dsp:sp modelId="{3054BAC0-CF46-49E0-9E2A-F3935EBEF207}">
      <dsp:nvSpPr>
        <dsp:cNvPr id="0" name=""/>
        <dsp:cNvSpPr/>
      </dsp:nvSpPr>
      <dsp:spPr>
        <a:xfrm>
          <a:off x="4756864" y="634388"/>
          <a:ext cx="1454651" cy="14546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1FF78A-8B55-436A-87D6-20BE1E713785}">
      <dsp:nvSpPr>
        <dsp:cNvPr id="0" name=""/>
        <dsp:cNvSpPr/>
      </dsp:nvSpPr>
      <dsp:spPr>
        <a:xfrm>
          <a:off x="3867910" y="2472971"/>
          <a:ext cx="323255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s-ES" sz="1500" kern="1200"/>
            <a:t>Sustituye las interfaces de línea de comandos (CLI) por </a:t>
          </a:r>
          <a:r>
            <a:rPr lang="es-ES" sz="1500" b="1" kern="1200"/>
            <a:t>ventanas, botones, íconos y menús</a:t>
          </a:r>
          <a:r>
            <a:rPr lang="es-ES" sz="1500" kern="1200"/>
            <a:t>.</a:t>
          </a:r>
          <a:endParaRPr lang="en-US" sz="1500" kern="1200"/>
        </a:p>
      </dsp:txBody>
      <dsp:txXfrm>
        <a:off x="3867910" y="2472971"/>
        <a:ext cx="3232559" cy="720000"/>
      </dsp:txXfrm>
    </dsp:sp>
    <dsp:sp modelId="{ACA3A7B0-31C1-4669-9FDA-04ADA0316096}">
      <dsp:nvSpPr>
        <dsp:cNvPr id="0" name=""/>
        <dsp:cNvSpPr/>
      </dsp:nvSpPr>
      <dsp:spPr>
        <a:xfrm>
          <a:off x="8555122" y="634388"/>
          <a:ext cx="1454651" cy="145465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9BD285-53AF-4479-A50C-9CD0B313329E}">
      <dsp:nvSpPr>
        <dsp:cNvPr id="0" name=""/>
        <dsp:cNvSpPr/>
      </dsp:nvSpPr>
      <dsp:spPr>
        <a:xfrm>
          <a:off x="7666168" y="2472971"/>
          <a:ext cx="323255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s-ES" sz="1500" kern="1200" dirty="0"/>
            <a:t>Busca ser </a:t>
          </a:r>
          <a:r>
            <a:rPr lang="es-ES" sz="1500" b="1" kern="1200" dirty="0"/>
            <a:t>intuitiva</a:t>
          </a:r>
          <a:r>
            <a:rPr lang="es-ES" sz="1500" kern="1200" dirty="0"/>
            <a:t>, </a:t>
          </a:r>
          <a:r>
            <a:rPr lang="es-ES" sz="1500" b="1" kern="1200" dirty="0"/>
            <a:t>eficiente</a:t>
          </a:r>
          <a:r>
            <a:rPr lang="es-ES" sz="1500" kern="1200" dirty="0"/>
            <a:t> y </a:t>
          </a:r>
          <a:r>
            <a:rPr lang="es-ES" sz="1500" b="1" kern="1200" dirty="0"/>
            <a:t>amigable</a:t>
          </a:r>
          <a:r>
            <a:rPr lang="es-ES" sz="1500" kern="1200" dirty="0"/>
            <a:t>.</a:t>
          </a:r>
          <a:endParaRPr lang="en-US" sz="1500" kern="1200" dirty="0"/>
        </a:p>
      </dsp:txBody>
      <dsp:txXfrm>
        <a:off x="7666168" y="2472971"/>
        <a:ext cx="323255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0194D-1463-4B7D-8EED-D7FB5A934FF9}">
      <dsp:nvSpPr>
        <dsp:cNvPr id="0" name=""/>
        <dsp:cNvSpPr/>
      </dsp:nvSpPr>
      <dsp:spPr>
        <a:xfrm>
          <a:off x="0" y="2096402"/>
          <a:ext cx="10927829" cy="0"/>
        </a:xfrm>
        <a:prstGeom prst="line">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1827ACC3-07FA-4F5F-905D-321E565DA73A}">
      <dsp:nvSpPr>
        <dsp:cNvPr id="0" name=""/>
        <dsp:cNvSpPr/>
      </dsp:nvSpPr>
      <dsp:spPr>
        <a:xfrm>
          <a:off x="204896" y="2251536"/>
          <a:ext cx="2892459" cy="473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1968</a:t>
          </a:r>
        </a:p>
      </dsp:txBody>
      <dsp:txXfrm>
        <a:off x="204896" y="2251536"/>
        <a:ext cx="2892459" cy="473786"/>
      </dsp:txXfrm>
    </dsp:sp>
    <dsp:sp modelId="{B93FA74E-984C-4DE0-B3B2-7DD6C72CFFA0}">
      <dsp:nvSpPr>
        <dsp:cNvPr id="0" name=""/>
        <dsp:cNvSpPr/>
      </dsp:nvSpPr>
      <dsp:spPr>
        <a:xfrm>
          <a:off x="7683" y="495537"/>
          <a:ext cx="3286886" cy="804232"/>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dirty="0"/>
            <a:t>Douglas Engelbart </a:t>
          </a:r>
          <a:r>
            <a:rPr lang="en-US" sz="1200" kern="1200" dirty="0" err="1"/>
            <a:t>presenta</a:t>
          </a:r>
          <a:r>
            <a:rPr lang="en-US" sz="1200" kern="1200" dirty="0"/>
            <a:t> </a:t>
          </a:r>
          <a:r>
            <a:rPr lang="en-US" sz="1200" kern="1200" dirty="0" err="1"/>
            <a:t>el</a:t>
          </a:r>
          <a:r>
            <a:rPr lang="en-US" sz="1200" kern="1200" dirty="0"/>
            <a:t> “</a:t>
          </a:r>
          <a:r>
            <a:rPr lang="en-US" sz="1200" kern="1200" dirty="0" err="1"/>
            <a:t>oN-Line</a:t>
          </a:r>
          <a:r>
            <a:rPr lang="en-US" sz="1200" kern="1200" dirty="0"/>
            <a:t> System o NLS” (precursor del mouse y las </a:t>
          </a:r>
          <a:r>
            <a:rPr lang="en-US" sz="1200" kern="1200" dirty="0" err="1"/>
            <a:t>ventanas</a:t>
          </a:r>
          <a:r>
            <a:rPr lang="en-US" sz="1200" kern="1200" dirty="0"/>
            <a:t>).</a:t>
          </a:r>
        </a:p>
      </dsp:txBody>
      <dsp:txXfrm>
        <a:off x="46942" y="534796"/>
        <a:ext cx="3208368" cy="725714"/>
      </dsp:txXfrm>
    </dsp:sp>
    <dsp:sp modelId="{66F8E4EC-E8A2-42D8-9DD2-EA55B9313C24}">
      <dsp:nvSpPr>
        <dsp:cNvPr id="0" name=""/>
        <dsp:cNvSpPr/>
      </dsp:nvSpPr>
      <dsp:spPr>
        <a:xfrm>
          <a:off x="1651126" y="1299769"/>
          <a:ext cx="0" cy="796632"/>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D9D0E26-144F-4A94-BEA4-04D12917AA75}">
      <dsp:nvSpPr>
        <dsp:cNvPr id="0" name=""/>
        <dsp:cNvSpPr/>
      </dsp:nvSpPr>
      <dsp:spPr>
        <a:xfrm>
          <a:off x="2111290" y="1467481"/>
          <a:ext cx="2892459" cy="473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1981</a:t>
          </a:r>
        </a:p>
      </dsp:txBody>
      <dsp:txXfrm>
        <a:off x="2111290" y="1467481"/>
        <a:ext cx="2892459" cy="473786"/>
      </dsp:txXfrm>
    </dsp:sp>
    <dsp:sp modelId="{7B539E30-9ACA-42A6-B9C6-AF0EFAC9CCC0}">
      <dsp:nvSpPr>
        <dsp:cNvPr id="0" name=""/>
        <dsp:cNvSpPr/>
      </dsp:nvSpPr>
      <dsp:spPr>
        <a:xfrm>
          <a:off x="1619680" y="2064956"/>
          <a:ext cx="62892" cy="62892"/>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46675A-3269-4A39-B366-CCE1EFA01FD6}">
      <dsp:nvSpPr>
        <dsp:cNvPr id="0" name=""/>
        <dsp:cNvSpPr/>
      </dsp:nvSpPr>
      <dsp:spPr>
        <a:xfrm>
          <a:off x="1914077" y="2893035"/>
          <a:ext cx="3286886" cy="714873"/>
        </a:xfrm>
        <a:prstGeom prst="roundRect">
          <a:avLst/>
        </a:prstGeom>
        <a:solidFill>
          <a:schemeClr val="lt1">
            <a:alpha val="90000"/>
            <a:hueOff val="0"/>
            <a:satOff val="0"/>
            <a:lumOff val="0"/>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dirty="0"/>
            <a:t>Xerox PARC </a:t>
          </a:r>
          <a:r>
            <a:rPr lang="en-US" sz="1200" kern="1200" dirty="0" err="1"/>
            <a:t>desarrolla</a:t>
          </a:r>
          <a:r>
            <a:rPr lang="en-US" sz="1200" kern="1200" dirty="0"/>
            <a:t> la </a:t>
          </a:r>
          <a:r>
            <a:rPr lang="en-US" sz="1200" kern="1200" dirty="0" err="1"/>
            <a:t>primera</a:t>
          </a:r>
          <a:r>
            <a:rPr lang="en-US" sz="1200" kern="1200" dirty="0"/>
            <a:t> </a:t>
          </a:r>
          <a:r>
            <a:rPr lang="en-US" sz="1200" kern="1200" dirty="0" err="1"/>
            <a:t>interfaz</a:t>
          </a:r>
          <a:r>
            <a:rPr lang="en-US" sz="1200" kern="1200" dirty="0"/>
            <a:t> </a:t>
          </a:r>
          <a:r>
            <a:rPr lang="en-US" sz="1200" kern="1200" dirty="0" err="1"/>
            <a:t>gráfica</a:t>
          </a:r>
          <a:r>
            <a:rPr lang="en-US" sz="1200" kern="1200" dirty="0"/>
            <a:t> moderna.</a:t>
          </a:r>
        </a:p>
      </dsp:txBody>
      <dsp:txXfrm>
        <a:off x="1948974" y="2927932"/>
        <a:ext cx="3217092" cy="645079"/>
      </dsp:txXfrm>
    </dsp:sp>
    <dsp:sp modelId="{D97C9D1E-4205-4665-9046-55E3082EDE1B}">
      <dsp:nvSpPr>
        <dsp:cNvPr id="0" name=""/>
        <dsp:cNvSpPr/>
      </dsp:nvSpPr>
      <dsp:spPr>
        <a:xfrm>
          <a:off x="3557520" y="2096402"/>
          <a:ext cx="0" cy="796632"/>
        </a:xfrm>
        <a:prstGeom prst="line">
          <a:avLst/>
        </a:prstGeom>
        <a:noFill/>
        <a:ln w="12700" cap="flat" cmpd="sng" algn="ctr">
          <a:solidFill>
            <a:schemeClr val="accent2">
              <a:hueOff val="1610903"/>
              <a:satOff val="-4623"/>
              <a:lumOff val="-7402"/>
              <a:alphaOff val="0"/>
            </a:schemeClr>
          </a:solidFill>
          <a:prstDash val="dash"/>
          <a:miter lim="800000"/>
        </a:ln>
        <a:effectLst/>
      </dsp:spPr>
      <dsp:style>
        <a:lnRef idx="1">
          <a:scrgbClr r="0" g="0" b="0"/>
        </a:lnRef>
        <a:fillRef idx="0">
          <a:scrgbClr r="0" g="0" b="0"/>
        </a:fillRef>
        <a:effectRef idx="0">
          <a:scrgbClr r="0" g="0" b="0"/>
        </a:effectRef>
        <a:fontRef idx="minor"/>
      </dsp:style>
    </dsp:sp>
    <dsp:sp modelId="{83BBD351-EB9C-4E65-B7FC-767A9B8FF1C7}">
      <dsp:nvSpPr>
        <dsp:cNvPr id="0" name=""/>
        <dsp:cNvSpPr/>
      </dsp:nvSpPr>
      <dsp:spPr>
        <a:xfrm>
          <a:off x="4017684" y="2251536"/>
          <a:ext cx="2892459" cy="473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1984</a:t>
          </a:r>
        </a:p>
      </dsp:txBody>
      <dsp:txXfrm>
        <a:off x="4017684" y="2251536"/>
        <a:ext cx="2892459" cy="473786"/>
      </dsp:txXfrm>
    </dsp:sp>
    <dsp:sp modelId="{401F1E1E-AEBD-4976-857E-67850180626E}">
      <dsp:nvSpPr>
        <dsp:cNvPr id="0" name=""/>
        <dsp:cNvSpPr/>
      </dsp:nvSpPr>
      <dsp:spPr>
        <a:xfrm>
          <a:off x="3526074" y="2064956"/>
          <a:ext cx="62892" cy="62892"/>
        </a:xfrm>
        <a:prstGeom prst="ellips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2F01F9-D0C6-4834-B5C8-5EF2838B69C0}">
      <dsp:nvSpPr>
        <dsp:cNvPr id="0" name=""/>
        <dsp:cNvSpPr/>
      </dsp:nvSpPr>
      <dsp:spPr>
        <a:xfrm>
          <a:off x="3820471" y="584896"/>
          <a:ext cx="3286886" cy="714873"/>
        </a:xfrm>
        <a:prstGeom prst="roundRect">
          <a:avLst/>
        </a:prstGeom>
        <a:solidFill>
          <a:schemeClr val="lt1">
            <a:alpha val="90000"/>
            <a:hueOff val="0"/>
            <a:satOff val="0"/>
            <a:lumOff val="0"/>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dirty="0"/>
            <a:t>Apple </a:t>
          </a:r>
          <a:r>
            <a:rPr lang="en-US" sz="1200" kern="1200" dirty="0" err="1"/>
            <a:t>lanza</a:t>
          </a:r>
          <a:r>
            <a:rPr lang="en-US" sz="1200" kern="1200" dirty="0"/>
            <a:t> la Macintosh con GUI </a:t>
          </a:r>
          <a:r>
            <a:rPr lang="en-US" sz="1200" kern="1200" dirty="0" err="1"/>
            <a:t>comercial</a:t>
          </a:r>
          <a:r>
            <a:rPr lang="en-US" sz="1200" kern="1200" dirty="0"/>
            <a:t>.</a:t>
          </a:r>
        </a:p>
      </dsp:txBody>
      <dsp:txXfrm>
        <a:off x="3855368" y="619793"/>
        <a:ext cx="3217092" cy="645079"/>
      </dsp:txXfrm>
    </dsp:sp>
    <dsp:sp modelId="{F3F23FD4-6ECD-4FAB-A05C-53E8E5D588F4}">
      <dsp:nvSpPr>
        <dsp:cNvPr id="0" name=""/>
        <dsp:cNvSpPr/>
      </dsp:nvSpPr>
      <dsp:spPr>
        <a:xfrm>
          <a:off x="5463914" y="1299769"/>
          <a:ext cx="0" cy="796632"/>
        </a:xfrm>
        <a:prstGeom prst="line">
          <a:avLst/>
        </a:prstGeom>
        <a:noFill/>
        <a:ln w="12700" cap="flat" cmpd="sng" algn="ctr">
          <a:solidFill>
            <a:schemeClr val="accent2">
              <a:hueOff val="3221807"/>
              <a:satOff val="-9246"/>
              <a:lumOff val="-14805"/>
              <a:alphaOff val="0"/>
            </a:schemeClr>
          </a:solidFill>
          <a:prstDash val="dash"/>
          <a:miter lim="800000"/>
        </a:ln>
        <a:effectLst/>
      </dsp:spPr>
      <dsp:style>
        <a:lnRef idx="1">
          <a:scrgbClr r="0" g="0" b="0"/>
        </a:lnRef>
        <a:fillRef idx="0">
          <a:scrgbClr r="0" g="0" b="0"/>
        </a:fillRef>
        <a:effectRef idx="0">
          <a:scrgbClr r="0" g="0" b="0"/>
        </a:effectRef>
        <a:fontRef idx="minor"/>
      </dsp:style>
    </dsp:sp>
    <dsp:sp modelId="{EDEA0EE3-4B47-4EE8-9CE9-39B4333FDAF3}">
      <dsp:nvSpPr>
        <dsp:cNvPr id="0" name=""/>
        <dsp:cNvSpPr/>
      </dsp:nvSpPr>
      <dsp:spPr>
        <a:xfrm>
          <a:off x="5924078" y="1467481"/>
          <a:ext cx="2892459" cy="473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dirty="0"/>
            <a:t>2000</a:t>
          </a:r>
        </a:p>
      </dsp:txBody>
      <dsp:txXfrm>
        <a:off x="5924078" y="1467481"/>
        <a:ext cx="2892459" cy="473786"/>
      </dsp:txXfrm>
    </dsp:sp>
    <dsp:sp modelId="{DA683316-A819-425D-BA76-5EA4A7AF7C36}">
      <dsp:nvSpPr>
        <dsp:cNvPr id="0" name=""/>
        <dsp:cNvSpPr/>
      </dsp:nvSpPr>
      <dsp:spPr>
        <a:xfrm>
          <a:off x="5432468" y="2064956"/>
          <a:ext cx="62892" cy="62892"/>
        </a:xfrm>
        <a:prstGeom prst="ellips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D3BCF7-D9F5-48B0-A1C2-272D6EE9A79B}">
      <dsp:nvSpPr>
        <dsp:cNvPr id="0" name=""/>
        <dsp:cNvSpPr/>
      </dsp:nvSpPr>
      <dsp:spPr>
        <a:xfrm>
          <a:off x="5726865" y="2893035"/>
          <a:ext cx="3286886" cy="714873"/>
        </a:xfrm>
        <a:prstGeom prst="roundRect">
          <a:avLst/>
        </a:prstGeom>
        <a:solidFill>
          <a:schemeClr val="lt1">
            <a:alpha val="90000"/>
            <a:hueOff val="0"/>
            <a:satOff val="0"/>
            <a:lumOff val="0"/>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dirty="0"/>
            <a:t>s–2000s: GUIs </a:t>
          </a:r>
          <a:r>
            <a:rPr lang="en-US" sz="1200" kern="1200" dirty="0" err="1"/>
            <a:t>en</a:t>
          </a:r>
          <a:r>
            <a:rPr lang="en-US" sz="1200" kern="1200" dirty="0"/>
            <a:t> Windows, Linux y software de </a:t>
          </a:r>
          <a:r>
            <a:rPr lang="en-US" sz="1200" kern="1200" dirty="0" err="1"/>
            <a:t>ofimática</a:t>
          </a:r>
          <a:r>
            <a:rPr lang="en-US" sz="1200" kern="1200" dirty="0"/>
            <a:t>.</a:t>
          </a:r>
        </a:p>
      </dsp:txBody>
      <dsp:txXfrm>
        <a:off x="5761762" y="2927932"/>
        <a:ext cx="3217092" cy="645079"/>
      </dsp:txXfrm>
    </dsp:sp>
    <dsp:sp modelId="{5E3057CF-AF0C-496D-95CF-65AFB502591C}">
      <dsp:nvSpPr>
        <dsp:cNvPr id="0" name=""/>
        <dsp:cNvSpPr/>
      </dsp:nvSpPr>
      <dsp:spPr>
        <a:xfrm>
          <a:off x="7370308" y="2096402"/>
          <a:ext cx="0" cy="796632"/>
        </a:xfrm>
        <a:prstGeom prst="line">
          <a:avLst/>
        </a:prstGeom>
        <a:noFill/>
        <a:ln w="12700" cap="flat" cmpd="sng" algn="ctr">
          <a:solidFill>
            <a:schemeClr val="accent2">
              <a:hueOff val="4832710"/>
              <a:satOff val="-13870"/>
              <a:lumOff val="-22207"/>
              <a:alphaOff val="0"/>
            </a:schemeClr>
          </a:solidFill>
          <a:prstDash val="dash"/>
          <a:miter lim="800000"/>
        </a:ln>
        <a:effectLst/>
      </dsp:spPr>
      <dsp:style>
        <a:lnRef idx="1">
          <a:scrgbClr r="0" g="0" b="0"/>
        </a:lnRef>
        <a:fillRef idx="0">
          <a:scrgbClr r="0" g="0" b="0"/>
        </a:fillRef>
        <a:effectRef idx="0">
          <a:scrgbClr r="0" g="0" b="0"/>
        </a:effectRef>
        <a:fontRef idx="minor"/>
      </dsp:style>
    </dsp:sp>
    <dsp:sp modelId="{16721391-C6BA-4A30-8F0C-C6842FB7600C}">
      <dsp:nvSpPr>
        <dsp:cNvPr id="0" name=""/>
        <dsp:cNvSpPr/>
      </dsp:nvSpPr>
      <dsp:spPr>
        <a:xfrm>
          <a:off x="7830472" y="2251536"/>
          <a:ext cx="2892459" cy="473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Actualidad</a:t>
          </a:r>
        </a:p>
      </dsp:txBody>
      <dsp:txXfrm>
        <a:off x="7830472" y="2251536"/>
        <a:ext cx="2892459" cy="473786"/>
      </dsp:txXfrm>
    </dsp:sp>
    <dsp:sp modelId="{ACE31468-A8B0-4E07-80EC-CB0F8E84919C}">
      <dsp:nvSpPr>
        <dsp:cNvPr id="0" name=""/>
        <dsp:cNvSpPr/>
      </dsp:nvSpPr>
      <dsp:spPr>
        <a:xfrm>
          <a:off x="7338862" y="2064956"/>
          <a:ext cx="62892" cy="62892"/>
        </a:xfrm>
        <a:prstGeom prst="ellips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5B65C9-A940-49F3-850C-0BB283F53DD6}">
      <dsp:nvSpPr>
        <dsp:cNvPr id="0" name=""/>
        <dsp:cNvSpPr/>
      </dsp:nvSpPr>
      <dsp:spPr>
        <a:xfrm>
          <a:off x="7633259" y="584896"/>
          <a:ext cx="3286886" cy="714873"/>
        </a:xfrm>
        <a:prstGeom prst="round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GUIs en web, móviles, realidad aumentada, etc.</a:t>
          </a:r>
        </a:p>
      </dsp:txBody>
      <dsp:txXfrm>
        <a:off x="7668156" y="619793"/>
        <a:ext cx="3217092" cy="645079"/>
      </dsp:txXfrm>
    </dsp:sp>
    <dsp:sp modelId="{259302F5-B0E9-4EA5-84C8-69F49B45C8C1}">
      <dsp:nvSpPr>
        <dsp:cNvPr id="0" name=""/>
        <dsp:cNvSpPr/>
      </dsp:nvSpPr>
      <dsp:spPr>
        <a:xfrm>
          <a:off x="9276702" y="1299769"/>
          <a:ext cx="0" cy="796632"/>
        </a:xfrm>
        <a:prstGeom prst="line">
          <a:avLst/>
        </a:prstGeom>
        <a:noFill/>
        <a:ln w="12700" cap="flat" cmpd="sng" algn="ctr">
          <a:solidFill>
            <a:schemeClr val="accent2">
              <a:hueOff val="6443614"/>
              <a:satOff val="-18493"/>
              <a:lumOff val="-29609"/>
              <a:alphaOff val="0"/>
            </a:schemeClr>
          </a:solidFill>
          <a:prstDash val="dash"/>
          <a:miter lim="800000"/>
        </a:ln>
        <a:effectLst/>
      </dsp:spPr>
      <dsp:style>
        <a:lnRef idx="1">
          <a:scrgbClr r="0" g="0" b="0"/>
        </a:lnRef>
        <a:fillRef idx="0">
          <a:scrgbClr r="0" g="0" b="0"/>
        </a:fillRef>
        <a:effectRef idx="0">
          <a:scrgbClr r="0" g="0" b="0"/>
        </a:effectRef>
        <a:fontRef idx="minor"/>
      </dsp:style>
    </dsp:sp>
    <dsp:sp modelId="{5293645F-5157-4589-B619-16637C64BF65}">
      <dsp:nvSpPr>
        <dsp:cNvPr id="0" name=""/>
        <dsp:cNvSpPr/>
      </dsp:nvSpPr>
      <dsp:spPr>
        <a:xfrm>
          <a:off x="9245256" y="2064956"/>
          <a:ext cx="62892" cy="62892"/>
        </a:xfrm>
        <a:prstGeom prst="ellips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D593D-47EA-4990-8A54-C773D4C27698}">
      <dsp:nvSpPr>
        <dsp:cNvPr id="0" name=""/>
        <dsp:cNvSpPr/>
      </dsp:nvSpPr>
      <dsp:spPr>
        <a:xfrm>
          <a:off x="6639" y="516105"/>
          <a:ext cx="2354397" cy="1757507"/>
        </a:xfrm>
        <a:prstGeom prst="round2SameRect">
          <a:avLst>
            <a:gd name="adj1" fmla="val 8000"/>
            <a:gd name="adj2" fmla="val 0"/>
          </a:avLst>
        </a:prstGeom>
        <a:blipFill rotWithShape="0">
          <a:blip xmlns:r="http://schemas.openxmlformats.org/officeDocument/2006/relationships" r:embed="rId1"/>
          <a:srcRect/>
          <a:stretch>
            <a:fillRect l="-6000" r="-6000"/>
          </a:stretch>
        </a:blip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343805E-ED29-4240-9491-5374CA40B7D8}">
      <dsp:nvSpPr>
        <dsp:cNvPr id="0" name=""/>
        <dsp:cNvSpPr/>
      </dsp:nvSpPr>
      <dsp:spPr>
        <a:xfrm>
          <a:off x="6639" y="2273613"/>
          <a:ext cx="2354397" cy="755728"/>
        </a:xfrm>
        <a:prstGeom prst="rect">
          <a:avLst/>
        </a:prstGeom>
        <a:solidFill>
          <a:schemeClr val="accent4"/>
        </a:soli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5250" tIns="0" rIns="31750" bIns="0" numCol="1" spcCol="1270" anchor="ctr" anchorCtr="0">
          <a:noAutofit/>
        </a:bodyPr>
        <a:lstStyle/>
        <a:p>
          <a:pPr marL="0" lvl="0" indent="0" algn="l" defTabSz="1111250">
            <a:lnSpc>
              <a:spcPct val="90000"/>
            </a:lnSpc>
            <a:spcBef>
              <a:spcPct val="0"/>
            </a:spcBef>
            <a:spcAft>
              <a:spcPct val="35000"/>
            </a:spcAft>
            <a:buNone/>
          </a:pPr>
          <a:r>
            <a:rPr lang="es-MX" sz="2500" kern="1200" dirty="0"/>
            <a:t>Windows</a:t>
          </a:r>
          <a:endParaRPr lang="en-US" sz="2500" kern="1200" dirty="0"/>
        </a:p>
      </dsp:txBody>
      <dsp:txXfrm>
        <a:off x="6639" y="2273613"/>
        <a:ext cx="1658026" cy="755728"/>
      </dsp:txXfrm>
    </dsp:sp>
    <dsp:sp modelId="{C26C6634-C6EE-4DD3-A044-26827925F5F0}">
      <dsp:nvSpPr>
        <dsp:cNvPr id="0" name=""/>
        <dsp:cNvSpPr/>
      </dsp:nvSpPr>
      <dsp:spPr>
        <a:xfrm>
          <a:off x="1731267" y="2393654"/>
          <a:ext cx="824039" cy="824039"/>
        </a:xfrm>
        <a:prstGeom prst="ellipse">
          <a:avLst/>
        </a:prstGeom>
        <a:blipFill>
          <a:blip xmlns:r="http://schemas.openxmlformats.org/officeDocument/2006/relationships" r:embed="rId2"/>
          <a:srcRect/>
          <a:stretch>
            <a:fillRect/>
          </a:stretch>
        </a:blip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3D9574C-78DC-4F9A-8201-A06048763024}">
      <dsp:nvSpPr>
        <dsp:cNvPr id="0" name=""/>
        <dsp:cNvSpPr/>
      </dsp:nvSpPr>
      <dsp:spPr>
        <a:xfrm>
          <a:off x="2759457" y="516105"/>
          <a:ext cx="2354397" cy="1757507"/>
        </a:xfrm>
        <a:prstGeom prst="round2SameRect">
          <a:avLst>
            <a:gd name="adj1" fmla="val 8000"/>
            <a:gd name="adj2" fmla="val 0"/>
          </a:avLst>
        </a:prstGeom>
        <a:blipFill rotWithShape="0">
          <a:blip xmlns:r="http://schemas.openxmlformats.org/officeDocument/2006/relationships" r:embed="rId3"/>
          <a:srcRect/>
          <a:stretch>
            <a:fillRect l="-8000" r="-8000"/>
          </a:stretch>
        </a:blip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5A57AF5-FEF7-4433-8970-A6D357B87DE4}">
      <dsp:nvSpPr>
        <dsp:cNvPr id="0" name=""/>
        <dsp:cNvSpPr/>
      </dsp:nvSpPr>
      <dsp:spPr>
        <a:xfrm>
          <a:off x="2759457" y="2273613"/>
          <a:ext cx="2354397" cy="755728"/>
        </a:xfrm>
        <a:prstGeom prst="rect">
          <a:avLst/>
        </a:prstGeom>
        <a:solidFill>
          <a:schemeClr val="bg2">
            <a:lumMod val="7500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5250" tIns="0" rIns="31750" bIns="0" numCol="1" spcCol="1270" anchor="ctr" anchorCtr="0">
          <a:noAutofit/>
        </a:bodyPr>
        <a:lstStyle/>
        <a:p>
          <a:pPr marL="0" lvl="0" indent="0" algn="l" defTabSz="1111250">
            <a:lnSpc>
              <a:spcPct val="90000"/>
            </a:lnSpc>
            <a:spcBef>
              <a:spcPct val="0"/>
            </a:spcBef>
            <a:spcAft>
              <a:spcPct val="35000"/>
            </a:spcAft>
            <a:buNone/>
          </a:pPr>
          <a:r>
            <a:rPr lang="es-MX" sz="2500" kern="1200" dirty="0"/>
            <a:t>MacOS</a:t>
          </a:r>
          <a:endParaRPr lang="en-US" sz="2500" kern="1200" dirty="0"/>
        </a:p>
      </dsp:txBody>
      <dsp:txXfrm>
        <a:off x="2759457" y="2273613"/>
        <a:ext cx="1658026" cy="755728"/>
      </dsp:txXfrm>
    </dsp:sp>
    <dsp:sp modelId="{48A7842A-A6ED-4822-9046-334D29978C73}">
      <dsp:nvSpPr>
        <dsp:cNvPr id="0" name=""/>
        <dsp:cNvSpPr/>
      </dsp:nvSpPr>
      <dsp:spPr>
        <a:xfrm>
          <a:off x="4484085" y="2393654"/>
          <a:ext cx="824039" cy="824039"/>
        </a:xfrm>
        <a:prstGeom prst="ellipse">
          <a:avLst/>
        </a:prstGeom>
        <a:blipFill>
          <a:blip xmlns:r="http://schemas.openxmlformats.org/officeDocument/2006/relationships" r:embed="rId4"/>
          <a:srcRect/>
          <a:stretch>
            <a:fillRect/>
          </a:stretch>
        </a:blipFill>
        <a:ln w="12700" cap="flat" cmpd="sng" algn="ctr">
          <a:solidFill>
            <a:schemeClr val="accent2">
              <a:tint val="40000"/>
              <a:alpha val="90000"/>
              <a:hueOff val="2244906"/>
              <a:satOff val="-20744"/>
              <a:lumOff val="-2338"/>
              <a:alphaOff val="0"/>
            </a:schemeClr>
          </a:solidFill>
          <a:prstDash val="solid"/>
          <a:miter lim="800000"/>
        </a:ln>
        <a:effectLst/>
      </dsp:spPr>
      <dsp:style>
        <a:lnRef idx="1">
          <a:scrgbClr r="0" g="0" b="0"/>
        </a:lnRef>
        <a:fillRef idx="1">
          <a:scrgbClr r="0" g="0" b="0"/>
        </a:fillRef>
        <a:effectRef idx="0">
          <a:scrgbClr r="0" g="0" b="0"/>
        </a:effectRef>
        <a:fontRef idx="minor"/>
      </dsp:style>
    </dsp:sp>
    <dsp:sp modelId="{93891F28-CD5E-49D2-96AD-C1CA5B84C1FD}">
      <dsp:nvSpPr>
        <dsp:cNvPr id="0" name=""/>
        <dsp:cNvSpPr/>
      </dsp:nvSpPr>
      <dsp:spPr>
        <a:xfrm>
          <a:off x="5512275" y="516105"/>
          <a:ext cx="2354397" cy="1757507"/>
        </a:xfrm>
        <a:prstGeom prst="round2SameRect">
          <a:avLst>
            <a:gd name="adj1" fmla="val 8000"/>
            <a:gd name="adj2" fmla="val 0"/>
          </a:avLst>
        </a:prstGeom>
        <a:blipFill rotWithShape="0">
          <a:blip xmlns:r="http://schemas.openxmlformats.org/officeDocument/2006/relationships" r:embed="rId5"/>
          <a:srcRect/>
          <a:stretch>
            <a:fillRect l="-17000" r="-17000"/>
          </a:stretch>
        </a:blip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sp>
    <dsp:sp modelId="{6443AB61-D609-4F57-B30F-21F41AA0C94C}">
      <dsp:nvSpPr>
        <dsp:cNvPr id="0" name=""/>
        <dsp:cNvSpPr/>
      </dsp:nvSpPr>
      <dsp:spPr>
        <a:xfrm>
          <a:off x="5512275" y="2273613"/>
          <a:ext cx="2354397" cy="755728"/>
        </a:xfrm>
        <a:prstGeom prst="rect">
          <a:avLst/>
        </a:prstGeom>
        <a:solidFill>
          <a:schemeClr val="accent2"/>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5250" tIns="0" rIns="31750" bIns="0" numCol="1" spcCol="1270" anchor="ctr" anchorCtr="0">
          <a:noAutofit/>
        </a:bodyPr>
        <a:lstStyle/>
        <a:p>
          <a:pPr marL="0" lvl="0" indent="0" algn="l" defTabSz="1111250">
            <a:lnSpc>
              <a:spcPct val="90000"/>
            </a:lnSpc>
            <a:spcBef>
              <a:spcPct val="0"/>
            </a:spcBef>
            <a:spcAft>
              <a:spcPct val="35000"/>
            </a:spcAft>
            <a:buNone/>
          </a:pPr>
          <a:r>
            <a:rPr lang="es-MX" sz="2500" kern="1200" dirty="0"/>
            <a:t>Linux</a:t>
          </a:r>
          <a:endParaRPr lang="en-US" sz="2500" kern="1200" dirty="0"/>
        </a:p>
      </dsp:txBody>
      <dsp:txXfrm>
        <a:off x="5512275" y="2273613"/>
        <a:ext cx="1658026" cy="755728"/>
      </dsp:txXfrm>
    </dsp:sp>
    <dsp:sp modelId="{49DCEA52-15D6-4E19-881F-05B888CD9B23}">
      <dsp:nvSpPr>
        <dsp:cNvPr id="0" name=""/>
        <dsp:cNvSpPr/>
      </dsp:nvSpPr>
      <dsp:spPr>
        <a:xfrm>
          <a:off x="7236903" y="2393654"/>
          <a:ext cx="824039" cy="824039"/>
        </a:xfrm>
        <a:prstGeom prst="ellipse">
          <a:avLst/>
        </a:prstGeom>
        <a:blipFill>
          <a:blip xmlns:r="http://schemas.openxmlformats.org/officeDocument/2006/relationships" r:embed="rId6"/>
          <a:srcRect/>
          <a:stretch>
            <a:fillRect/>
          </a:stretch>
        </a:blipFill>
        <a:ln w="12700" cap="flat" cmpd="sng" algn="ctr">
          <a:solidFill>
            <a:schemeClr val="accent2">
              <a:tint val="40000"/>
              <a:alpha val="90000"/>
              <a:hueOff val="4489812"/>
              <a:satOff val="-41488"/>
              <a:lumOff val="-4677"/>
              <a:alphaOff val="0"/>
            </a:schemeClr>
          </a:solidFill>
          <a:prstDash val="solid"/>
          <a:miter lim="800000"/>
        </a:ln>
        <a:effectLst/>
      </dsp:spPr>
      <dsp:style>
        <a:lnRef idx="1">
          <a:scrgbClr r="0" g="0" b="0"/>
        </a:lnRef>
        <a:fillRef idx="1">
          <a:scrgbClr r="0" g="0" b="0"/>
        </a:fillRef>
        <a:effectRef idx="0">
          <a:scrgbClr r="0" g="0" b="0"/>
        </a:effectRef>
        <a:fontRef idx="minor"/>
      </dsp:style>
    </dsp:sp>
    <dsp:sp modelId="{A4036C0F-123A-48A4-8B4A-9FB6BE2A4167}">
      <dsp:nvSpPr>
        <dsp:cNvPr id="0" name=""/>
        <dsp:cNvSpPr/>
      </dsp:nvSpPr>
      <dsp:spPr>
        <a:xfrm>
          <a:off x="8265093" y="516105"/>
          <a:ext cx="2354397" cy="1757507"/>
        </a:xfrm>
        <a:prstGeom prst="round2SameRect">
          <a:avLst>
            <a:gd name="adj1" fmla="val 8000"/>
            <a:gd name="adj2" fmla="val 0"/>
          </a:avLst>
        </a:prstGeom>
        <a:blipFill rotWithShape="0">
          <a:blip xmlns:r="http://schemas.openxmlformats.org/officeDocument/2006/relationships" r:embed="rId7"/>
          <a:srcRect/>
          <a:stretch>
            <a:fillRect l="-38000" r="-38000"/>
          </a:stretch>
        </a:blip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550" tIns="247650" rIns="82550" bIns="82550" numCol="1" spcCol="1270" anchor="t" anchorCtr="0">
          <a:noAutofit/>
        </a:bodyPr>
        <a:lstStyle/>
        <a:p>
          <a:pPr marL="285750" lvl="1" indent="-285750" algn="l" defTabSz="2889250">
            <a:lnSpc>
              <a:spcPct val="90000"/>
            </a:lnSpc>
            <a:spcBef>
              <a:spcPct val="0"/>
            </a:spcBef>
            <a:spcAft>
              <a:spcPct val="15000"/>
            </a:spcAft>
            <a:buChar char="•"/>
          </a:pPr>
          <a:endParaRPr lang="es-MX" sz="6500" kern="1200"/>
        </a:p>
      </dsp:txBody>
      <dsp:txXfrm>
        <a:off x="8306273" y="557285"/>
        <a:ext cx="2272037" cy="1716327"/>
      </dsp:txXfrm>
    </dsp:sp>
    <dsp:sp modelId="{5A43DB22-AE6C-4675-A48B-33B51D127392}">
      <dsp:nvSpPr>
        <dsp:cNvPr id="0" name=""/>
        <dsp:cNvSpPr/>
      </dsp:nvSpPr>
      <dsp:spPr>
        <a:xfrm>
          <a:off x="8265093" y="2273613"/>
          <a:ext cx="2354397" cy="755728"/>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95250" tIns="0" rIns="31750" bIns="0" numCol="1" spcCol="1270" anchor="ctr" anchorCtr="0">
          <a:noAutofit/>
        </a:bodyPr>
        <a:lstStyle/>
        <a:p>
          <a:pPr marL="0" lvl="0" indent="0" algn="l" defTabSz="1111250">
            <a:lnSpc>
              <a:spcPct val="90000"/>
            </a:lnSpc>
            <a:spcBef>
              <a:spcPct val="0"/>
            </a:spcBef>
            <a:spcAft>
              <a:spcPct val="35000"/>
            </a:spcAft>
            <a:buNone/>
          </a:pPr>
          <a:r>
            <a:rPr lang="es-MX" sz="2500" kern="1200" dirty="0" err="1"/>
            <a:t>ChromeOS</a:t>
          </a:r>
          <a:endParaRPr lang="en-US" sz="2500" kern="1200" dirty="0"/>
        </a:p>
      </dsp:txBody>
      <dsp:txXfrm>
        <a:off x="8265093" y="2273613"/>
        <a:ext cx="1658026" cy="755728"/>
      </dsp:txXfrm>
    </dsp:sp>
    <dsp:sp modelId="{7E6DDFB9-75F5-4F1A-9248-A88085950EBF}">
      <dsp:nvSpPr>
        <dsp:cNvPr id="0" name=""/>
        <dsp:cNvSpPr/>
      </dsp:nvSpPr>
      <dsp:spPr>
        <a:xfrm>
          <a:off x="9989721" y="2393654"/>
          <a:ext cx="824039" cy="824039"/>
        </a:xfrm>
        <a:prstGeom prst="ellipse">
          <a:avLst/>
        </a:prstGeom>
        <a:blipFill>
          <a:blip xmlns:r="http://schemas.openxmlformats.org/officeDocument/2006/relationships" r:embed="rId8"/>
          <a:srcRect/>
          <a:stretch>
            <a:fillRect/>
          </a:stretch>
        </a:blip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14692E-037F-4F8C-8151-C49C1E33EAE6}">
      <dsp:nvSpPr>
        <dsp:cNvPr id="0" name=""/>
        <dsp:cNvSpPr/>
      </dsp:nvSpPr>
      <dsp:spPr>
        <a:xfrm>
          <a:off x="631199" y="775649"/>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2CA868A-FC85-43DD-A939-573C398F248B}">
      <dsp:nvSpPr>
        <dsp:cNvPr id="0" name=""/>
        <dsp:cNvSpPr/>
      </dsp:nvSpPr>
      <dsp:spPr>
        <a:xfrm>
          <a:off x="865200" y="100964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C11BC85-8A56-4082-86F9-FBB9CF96B036}">
      <dsp:nvSpPr>
        <dsp:cNvPr id="0" name=""/>
        <dsp:cNvSpPr/>
      </dsp:nvSpPr>
      <dsp:spPr>
        <a:xfrm>
          <a:off x="280199" y="2215649"/>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b="1" i="0" kern="1200" baseline="0" dirty="0"/>
            <a:t>Consistencia</a:t>
          </a:r>
          <a:endParaRPr lang="es-MX" sz="1100" b="0" i="0" kern="1200" baseline="0" dirty="0"/>
        </a:p>
        <a:p>
          <a:pPr marL="0" lvl="0" indent="0" algn="ctr" defTabSz="488950">
            <a:lnSpc>
              <a:spcPct val="100000"/>
            </a:lnSpc>
            <a:spcBef>
              <a:spcPct val="0"/>
            </a:spcBef>
            <a:spcAft>
              <a:spcPct val="35000"/>
            </a:spcAft>
            <a:buNone/>
            <a:defRPr cap="all"/>
          </a:pPr>
          <a:r>
            <a:rPr lang="es-MX" sz="1100" b="0" i="0" kern="1200" baseline="0" dirty="0"/>
            <a:t>que los elementos funcionen igual en toda la INTERFAZ</a:t>
          </a:r>
          <a:endParaRPr lang="en-US" sz="1100" kern="1200" dirty="0"/>
        </a:p>
      </dsp:txBody>
      <dsp:txXfrm>
        <a:off x="280199" y="2215649"/>
        <a:ext cx="1800000" cy="742500"/>
      </dsp:txXfrm>
    </dsp:sp>
    <dsp:sp modelId="{8EB3EAED-BEB8-434D-82C8-0F49A5011227}">
      <dsp:nvSpPr>
        <dsp:cNvPr id="0" name=""/>
        <dsp:cNvSpPr/>
      </dsp:nvSpPr>
      <dsp:spPr>
        <a:xfrm>
          <a:off x="2746200" y="77564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50DEB44-0F5D-4503-9DC6-C3752063D1DA}">
      <dsp:nvSpPr>
        <dsp:cNvPr id="0" name=""/>
        <dsp:cNvSpPr/>
      </dsp:nvSpPr>
      <dsp:spPr>
        <a:xfrm>
          <a:off x="2980200" y="100964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A23218E-FE16-4629-950F-7A58E9EE090B}">
      <dsp:nvSpPr>
        <dsp:cNvPr id="0" name=""/>
        <dsp:cNvSpPr/>
      </dsp:nvSpPr>
      <dsp:spPr>
        <a:xfrm>
          <a:off x="2395200" y="2215649"/>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b="1" i="0" kern="1200" baseline="0" dirty="0"/>
            <a:t>Visibilidad</a:t>
          </a:r>
        </a:p>
        <a:p>
          <a:pPr marL="0" lvl="0" indent="0" algn="ctr" defTabSz="488950">
            <a:lnSpc>
              <a:spcPct val="100000"/>
            </a:lnSpc>
            <a:spcBef>
              <a:spcPct val="0"/>
            </a:spcBef>
            <a:spcAft>
              <a:spcPct val="35000"/>
            </a:spcAft>
            <a:buNone/>
            <a:defRPr cap="all"/>
          </a:pPr>
          <a:r>
            <a:rPr lang="es-MX" sz="1100" b="0" i="0" kern="1200" baseline="0" dirty="0"/>
            <a:t>mostrar siempre el estado del sistema</a:t>
          </a:r>
          <a:endParaRPr lang="en-US" sz="1100" kern="1200" dirty="0"/>
        </a:p>
      </dsp:txBody>
      <dsp:txXfrm>
        <a:off x="2395200" y="2215649"/>
        <a:ext cx="1800000" cy="742500"/>
      </dsp:txXfrm>
    </dsp:sp>
    <dsp:sp modelId="{280C0793-2C9B-4006-A68B-7B0A15695CC2}">
      <dsp:nvSpPr>
        <dsp:cNvPr id="0" name=""/>
        <dsp:cNvSpPr/>
      </dsp:nvSpPr>
      <dsp:spPr>
        <a:xfrm>
          <a:off x="4861200" y="775649"/>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D14EC61-A396-454F-AC93-A06463DDE968}">
      <dsp:nvSpPr>
        <dsp:cNvPr id="0" name=""/>
        <dsp:cNvSpPr/>
      </dsp:nvSpPr>
      <dsp:spPr>
        <a:xfrm>
          <a:off x="5095200" y="100964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8B5CD3E-E69F-4750-B208-1B4378B7A072}">
      <dsp:nvSpPr>
        <dsp:cNvPr id="0" name=""/>
        <dsp:cNvSpPr/>
      </dsp:nvSpPr>
      <dsp:spPr>
        <a:xfrm>
          <a:off x="4510200" y="2215649"/>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b="1" i="0" kern="1200" baseline="0" dirty="0"/>
            <a:t>Retroalimentación</a:t>
          </a:r>
        </a:p>
        <a:p>
          <a:pPr marL="0" lvl="0" indent="0" algn="ctr" defTabSz="488950">
            <a:lnSpc>
              <a:spcPct val="100000"/>
            </a:lnSpc>
            <a:spcBef>
              <a:spcPct val="0"/>
            </a:spcBef>
            <a:spcAft>
              <a:spcPct val="35000"/>
            </a:spcAft>
            <a:buNone/>
            <a:defRPr cap="all"/>
          </a:pPr>
          <a:r>
            <a:rPr lang="es-MX" sz="1100" b="0" i="0" kern="1200" baseline="0" dirty="0"/>
            <a:t>dar respuesta visual o sonora a las acciones</a:t>
          </a:r>
          <a:endParaRPr lang="en-US" sz="1100" kern="1200" dirty="0"/>
        </a:p>
      </dsp:txBody>
      <dsp:txXfrm>
        <a:off x="4510200" y="2215649"/>
        <a:ext cx="1800000" cy="742500"/>
      </dsp:txXfrm>
    </dsp:sp>
    <dsp:sp modelId="{4599963C-C7E2-40B3-AEC5-5B81764B6CCE}">
      <dsp:nvSpPr>
        <dsp:cNvPr id="0" name=""/>
        <dsp:cNvSpPr/>
      </dsp:nvSpPr>
      <dsp:spPr>
        <a:xfrm>
          <a:off x="6976200" y="775649"/>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A896B41-38C6-41DC-842E-2A91BEA85EC2}">
      <dsp:nvSpPr>
        <dsp:cNvPr id="0" name=""/>
        <dsp:cNvSpPr/>
      </dsp:nvSpPr>
      <dsp:spPr>
        <a:xfrm>
          <a:off x="7210200" y="100964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A08C41C-6A0B-457E-8FF7-A936B0940CF4}">
      <dsp:nvSpPr>
        <dsp:cNvPr id="0" name=""/>
        <dsp:cNvSpPr/>
      </dsp:nvSpPr>
      <dsp:spPr>
        <a:xfrm>
          <a:off x="6625200" y="2215649"/>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b="1" i="0" kern="1200" baseline="0" dirty="0"/>
            <a:t>Prevención de errores</a:t>
          </a:r>
        </a:p>
        <a:p>
          <a:pPr marL="0" lvl="0" indent="0" algn="ctr" defTabSz="488950">
            <a:lnSpc>
              <a:spcPct val="100000"/>
            </a:lnSpc>
            <a:spcBef>
              <a:spcPct val="0"/>
            </a:spcBef>
            <a:spcAft>
              <a:spcPct val="35000"/>
            </a:spcAft>
            <a:buNone/>
            <a:defRPr cap="all"/>
          </a:pPr>
          <a:r>
            <a:rPr lang="es-MX" sz="1100" b="0" i="0" kern="1200" baseline="0" dirty="0"/>
            <a:t> confirmar acciones peligrosas.</a:t>
          </a:r>
          <a:endParaRPr lang="en-US" sz="1100" kern="1200" dirty="0"/>
        </a:p>
      </dsp:txBody>
      <dsp:txXfrm>
        <a:off x="6625200" y="2215649"/>
        <a:ext cx="1800000" cy="742500"/>
      </dsp:txXfrm>
    </dsp:sp>
    <dsp:sp modelId="{CC4E92ED-FED8-4BF2-9933-7CDBE93EE8BA}">
      <dsp:nvSpPr>
        <dsp:cNvPr id="0" name=""/>
        <dsp:cNvSpPr/>
      </dsp:nvSpPr>
      <dsp:spPr>
        <a:xfrm>
          <a:off x="9091200" y="775649"/>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F19BD34-2024-42B5-B721-829C60FB2C46}">
      <dsp:nvSpPr>
        <dsp:cNvPr id="0" name=""/>
        <dsp:cNvSpPr/>
      </dsp:nvSpPr>
      <dsp:spPr>
        <a:xfrm>
          <a:off x="9325199" y="100964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FBCC472-7D26-4716-81EC-E7C4C791EC4B}">
      <dsp:nvSpPr>
        <dsp:cNvPr id="0" name=""/>
        <dsp:cNvSpPr/>
      </dsp:nvSpPr>
      <dsp:spPr>
        <a:xfrm>
          <a:off x="8740200" y="2215649"/>
          <a:ext cx="180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b="1" i="0" kern="1200" baseline="0" dirty="0"/>
            <a:t>Simplicidad</a:t>
          </a:r>
          <a:r>
            <a:rPr lang="es-MX" sz="1100" b="0" i="0" kern="1200" baseline="0" dirty="0"/>
            <a:t> </a:t>
          </a:r>
        </a:p>
        <a:p>
          <a:pPr marL="0" lvl="0" indent="0" algn="ctr" defTabSz="488950">
            <a:lnSpc>
              <a:spcPct val="100000"/>
            </a:lnSpc>
            <a:spcBef>
              <a:spcPct val="0"/>
            </a:spcBef>
            <a:spcAft>
              <a:spcPct val="35000"/>
            </a:spcAft>
            <a:buNone/>
            <a:defRPr cap="all"/>
          </a:pPr>
          <a:r>
            <a:rPr lang="es-MX" sz="1100" b="0" i="0" kern="1200" baseline="0" dirty="0"/>
            <a:t>evitar la sobrecarga cognitiva.</a:t>
          </a:r>
          <a:endParaRPr lang="en-US" sz="1100" kern="1200" dirty="0"/>
        </a:p>
      </dsp:txBody>
      <dsp:txXfrm>
        <a:off x="8740200" y="2215649"/>
        <a:ext cx="1800000" cy="742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32F8D-E4A4-4B52-AB96-49C193D68996}">
      <dsp:nvSpPr>
        <dsp:cNvPr id="0" name=""/>
        <dsp:cNvSpPr/>
      </dsp:nvSpPr>
      <dsp:spPr>
        <a:xfrm>
          <a:off x="6822" y="1908318"/>
          <a:ext cx="2117158" cy="1746213"/>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s-MX" sz="1300" kern="1200" dirty="0"/>
            <a:t>Parte Visible de la interfaz.</a:t>
          </a:r>
        </a:p>
        <a:p>
          <a:pPr marL="114300" lvl="1" indent="-114300" algn="l" defTabSz="577850">
            <a:lnSpc>
              <a:spcPct val="90000"/>
            </a:lnSpc>
            <a:spcBef>
              <a:spcPct val="0"/>
            </a:spcBef>
            <a:spcAft>
              <a:spcPct val="15000"/>
            </a:spcAft>
            <a:buChar char="•"/>
          </a:pPr>
          <a:r>
            <a:rPr lang="es-MX" sz="1300" kern="1200" dirty="0"/>
            <a:t>Ventanas, Iconos, Menús, botones, etc.</a:t>
          </a:r>
        </a:p>
        <a:p>
          <a:pPr marL="114300" lvl="1" indent="-114300" algn="l" defTabSz="577850">
            <a:lnSpc>
              <a:spcPct val="90000"/>
            </a:lnSpc>
            <a:spcBef>
              <a:spcPct val="0"/>
            </a:spcBef>
            <a:spcAft>
              <a:spcPct val="15000"/>
            </a:spcAft>
            <a:buChar char="•"/>
          </a:pPr>
          <a:r>
            <a:rPr lang="es-MX" sz="1300" kern="1200" dirty="0"/>
            <a:t>Diseño y Componentes.</a:t>
          </a:r>
        </a:p>
      </dsp:txBody>
      <dsp:txXfrm>
        <a:off x="47007" y="1948503"/>
        <a:ext cx="2036788" cy="1291654"/>
      </dsp:txXfrm>
    </dsp:sp>
    <dsp:sp modelId="{F684D5DD-3312-4D3D-AD13-325DF5DB285C}">
      <dsp:nvSpPr>
        <dsp:cNvPr id="0" name=""/>
        <dsp:cNvSpPr/>
      </dsp:nvSpPr>
      <dsp:spPr>
        <a:xfrm>
          <a:off x="1201687" y="2342446"/>
          <a:ext cx="2307896" cy="2307896"/>
        </a:xfrm>
        <a:prstGeom prst="leftCircularArrow">
          <a:avLst>
            <a:gd name="adj1" fmla="val 3038"/>
            <a:gd name="adj2" fmla="val 372902"/>
            <a:gd name="adj3" fmla="val 2148413"/>
            <a:gd name="adj4" fmla="val 9024489"/>
            <a:gd name="adj5" fmla="val 3545"/>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8FA63B-AC48-4589-A247-C78209717990}">
      <dsp:nvSpPr>
        <dsp:cNvPr id="0" name=""/>
        <dsp:cNvSpPr/>
      </dsp:nvSpPr>
      <dsp:spPr>
        <a:xfrm>
          <a:off x="477302" y="3280343"/>
          <a:ext cx="1881919" cy="748377"/>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MX" sz="1600" kern="1200" dirty="0"/>
            <a:t>Capa de Presentación (Vista)</a:t>
          </a:r>
        </a:p>
      </dsp:txBody>
      <dsp:txXfrm>
        <a:off x="499221" y="3302262"/>
        <a:ext cx="1838081" cy="704539"/>
      </dsp:txXfrm>
    </dsp:sp>
    <dsp:sp modelId="{8441A762-27BC-4540-BBB7-71FA066FB52D}">
      <dsp:nvSpPr>
        <dsp:cNvPr id="0" name=""/>
        <dsp:cNvSpPr/>
      </dsp:nvSpPr>
      <dsp:spPr>
        <a:xfrm>
          <a:off x="2693147" y="1908318"/>
          <a:ext cx="2117158" cy="1746213"/>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2199979"/>
              <a:satOff val="-9734"/>
              <a:lumOff val="-16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s-MX" sz="1300" kern="1200" dirty="0"/>
            <a:t>Eventos (clics, desplazamientos, teclas).</a:t>
          </a:r>
        </a:p>
        <a:p>
          <a:pPr marL="114300" lvl="1" indent="-114300" algn="l" defTabSz="577850">
            <a:lnSpc>
              <a:spcPct val="90000"/>
            </a:lnSpc>
            <a:spcBef>
              <a:spcPct val="0"/>
            </a:spcBef>
            <a:spcAft>
              <a:spcPct val="15000"/>
            </a:spcAft>
            <a:buChar char="•"/>
          </a:pPr>
          <a:r>
            <a:rPr lang="es-MX" sz="1300" kern="1200" dirty="0"/>
            <a:t>Micro interacciones.</a:t>
          </a:r>
        </a:p>
        <a:p>
          <a:pPr marL="114300" lvl="1" indent="-114300" algn="l" defTabSz="577850">
            <a:lnSpc>
              <a:spcPct val="90000"/>
            </a:lnSpc>
            <a:spcBef>
              <a:spcPct val="0"/>
            </a:spcBef>
            <a:spcAft>
              <a:spcPct val="15000"/>
            </a:spcAft>
            <a:buChar char="•"/>
          </a:pPr>
          <a:r>
            <a:rPr lang="es-MX" sz="1300" kern="1200" dirty="0"/>
            <a:t>Flujos de navegación.</a:t>
          </a:r>
        </a:p>
      </dsp:txBody>
      <dsp:txXfrm>
        <a:off x="2733332" y="2322691"/>
        <a:ext cx="2036788" cy="1291654"/>
      </dsp:txXfrm>
    </dsp:sp>
    <dsp:sp modelId="{8BC51F08-90B9-42C3-8109-AC7CEBEF5173}">
      <dsp:nvSpPr>
        <dsp:cNvPr id="0" name=""/>
        <dsp:cNvSpPr/>
      </dsp:nvSpPr>
      <dsp:spPr>
        <a:xfrm>
          <a:off x="3870369" y="844039"/>
          <a:ext cx="2578422" cy="2578422"/>
        </a:xfrm>
        <a:prstGeom prst="circularArrow">
          <a:avLst>
            <a:gd name="adj1" fmla="val 2720"/>
            <a:gd name="adj2" fmla="val 331294"/>
            <a:gd name="adj3" fmla="val 19493196"/>
            <a:gd name="adj4" fmla="val 12575511"/>
            <a:gd name="adj5" fmla="val 3173"/>
          </a:avLst>
        </a:prstGeom>
        <a:solidFill>
          <a:schemeClr val="accent4">
            <a:hueOff val="3299968"/>
            <a:satOff val="-14601"/>
            <a:lumOff val="-245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5B5254-86FD-4333-9EE0-68E7784ED9BF}">
      <dsp:nvSpPr>
        <dsp:cNvPr id="0" name=""/>
        <dsp:cNvSpPr/>
      </dsp:nvSpPr>
      <dsp:spPr>
        <a:xfrm>
          <a:off x="3163627" y="1534129"/>
          <a:ext cx="1881919" cy="748377"/>
        </a:xfrm>
        <a:prstGeom prst="roundRect">
          <a:avLst>
            <a:gd name="adj" fmla="val 10000"/>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MX" sz="1600" kern="1200" dirty="0"/>
            <a:t>Capa de Interacción</a:t>
          </a:r>
        </a:p>
      </dsp:txBody>
      <dsp:txXfrm>
        <a:off x="3185546" y="1556048"/>
        <a:ext cx="1838081" cy="704539"/>
      </dsp:txXfrm>
    </dsp:sp>
    <dsp:sp modelId="{CF3E962D-C4BD-4966-A2BD-D8387C80016E}">
      <dsp:nvSpPr>
        <dsp:cNvPr id="0" name=""/>
        <dsp:cNvSpPr/>
      </dsp:nvSpPr>
      <dsp:spPr>
        <a:xfrm>
          <a:off x="5379473" y="1908318"/>
          <a:ext cx="2117158" cy="1746213"/>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4399958"/>
              <a:satOff val="-19468"/>
              <a:lumOff val="-32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s-MX" sz="1300" kern="1200" dirty="0"/>
            <a:t>Textos, imágenes, videos, datos dinámicos.</a:t>
          </a:r>
        </a:p>
        <a:p>
          <a:pPr marL="114300" lvl="1" indent="-114300" algn="l" defTabSz="577850">
            <a:lnSpc>
              <a:spcPct val="90000"/>
            </a:lnSpc>
            <a:spcBef>
              <a:spcPct val="0"/>
            </a:spcBef>
            <a:spcAft>
              <a:spcPct val="15000"/>
            </a:spcAft>
            <a:buChar char="•"/>
          </a:pPr>
          <a:r>
            <a:rPr lang="es-MX" sz="1300" kern="1200" dirty="0"/>
            <a:t>Se asegura que el contenido sea claro, estructurado y accesible.</a:t>
          </a:r>
        </a:p>
      </dsp:txBody>
      <dsp:txXfrm>
        <a:off x="5419658" y="1948503"/>
        <a:ext cx="2036788" cy="1291654"/>
      </dsp:txXfrm>
    </dsp:sp>
    <dsp:sp modelId="{E7B8AF15-5CF1-4E8A-AC58-C750B694ACD9}">
      <dsp:nvSpPr>
        <dsp:cNvPr id="0" name=""/>
        <dsp:cNvSpPr/>
      </dsp:nvSpPr>
      <dsp:spPr>
        <a:xfrm>
          <a:off x="6574338" y="2342446"/>
          <a:ext cx="2307896" cy="2307896"/>
        </a:xfrm>
        <a:prstGeom prst="leftCircularArrow">
          <a:avLst>
            <a:gd name="adj1" fmla="val 3038"/>
            <a:gd name="adj2" fmla="val 372902"/>
            <a:gd name="adj3" fmla="val 2148413"/>
            <a:gd name="adj4" fmla="val 9024489"/>
            <a:gd name="adj5" fmla="val 3545"/>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CC850F-F9AA-4E75-B215-100871E96B07}">
      <dsp:nvSpPr>
        <dsp:cNvPr id="0" name=""/>
        <dsp:cNvSpPr/>
      </dsp:nvSpPr>
      <dsp:spPr>
        <a:xfrm>
          <a:off x="5849952" y="3280343"/>
          <a:ext cx="1881919" cy="748377"/>
        </a:xfrm>
        <a:prstGeom prst="roundRect">
          <a:avLst>
            <a:gd name="adj" fmla="val 10000"/>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MX" sz="1600" kern="1200" dirty="0"/>
            <a:t>Capa de Contenido</a:t>
          </a:r>
        </a:p>
      </dsp:txBody>
      <dsp:txXfrm>
        <a:off x="5871871" y="3302262"/>
        <a:ext cx="1838081" cy="704539"/>
      </dsp:txXfrm>
    </dsp:sp>
    <dsp:sp modelId="{6594A6BB-1794-4C5C-987C-5A0388512949}">
      <dsp:nvSpPr>
        <dsp:cNvPr id="0" name=""/>
        <dsp:cNvSpPr/>
      </dsp:nvSpPr>
      <dsp:spPr>
        <a:xfrm>
          <a:off x="8065798" y="1908318"/>
          <a:ext cx="2117158" cy="1746213"/>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s-MX" sz="1300" kern="1200" dirty="0"/>
            <a:t>Tipografía, colores, iconografía, animaciones.</a:t>
          </a:r>
        </a:p>
        <a:p>
          <a:pPr marL="114300" lvl="1" indent="-114300" algn="l" defTabSz="577850">
            <a:lnSpc>
              <a:spcPct val="90000"/>
            </a:lnSpc>
            <a:spcBef>
              <a:spcPct val="0"/>
            </a:spcBef>
            <a:spcAft>
              <a:spcPct val="15000"/>
            </a:spcAft>
            <a:buChar char="•"/>
          </a:pPr>
          <a:r>
            <a:rPr lang="es-MX" sz="1300" kern="1200" dirty="0"/>
            <a:t>Aporta coherencia visual y refuerza la identidad de la interfaz.</a:t>
          </a:r>
        </a:p>
        <a:p>
          <a:pPr marL="114300" lvl="1" indent="-114300" algn="l" defTabSz="577850">
            <a:lnSpc>
              <a:spcPct val="90000"/>
            </a:lnSpc>
            <a:spcBef>
              <a:spcPct val="0"/>
            </a:spcBef>
            <a:spcAft>
              <a:spcPct val="15000"/>
            </a:spcAft>
            <a:buChar char="•"/>
          </a:pPr>
          <a:endParaRPr lang="es-MX" sz="1300" kern="1200" dirty="0">
            <a:solidFill>
              <a:schemeClr val="tx1"/>
            </a:solidFill>
          </a:endParaRPr>
        </a:p>
      </dsp:txBody>
      <dsp:txXfrm>
        <a:off x="8105983" y="2322691"/>
        <a:ext cx="2036788" cy="1291654"/>
      </dsp:txXfrm>
    </dsp:sp>
    <dsp:sp modelId="{23DDB37F-2BF3-4403-B3B9-BB570541531D}">
      <dsp:nvSpPr>
        <dsp:cNvPr id="0" name=""/>
        <dsp:cNvSpPr/>
      </dsp:nvSpPr>
      <dsp:spPr>
        <a:xfrm>
          <a:off x="8536278" y="1534129"/>
          <a:ext cx="1881919" cy="748377"/>
        </a:xfrm>
        <a:prstGeom prst="roundRect">
          <a:avLst>
            <a:gd name="adj" fmla="val 10000"/>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MX" sz="1600" kern="1200" dirty="0"/>
            <a:t>Capa de Estilo</a:t>
          </a:r>
        </a:p>
      </dsp:txBody>
      <dsp:txXfrm>
        <a:off x="8558197" y="1556048"/>
        <a:ext cx="1838081" cy="7045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3B687-56B8-4E3A-903B-69140DFF0D90}">
      <dsp:nvSpPr>
        <dsp:cNvPr id="0" name=""/>
        <dsp:cNvSpPr/>
      </dsp:nvSpPr>
      <dsp:spPr>
        <a:xfrm>
          <a:off x="5082717" y="2913296"/>
          <a:ext cx="2132096" cy="1381115"/>
        </a:xfrm>
        <a:prstGeom prst="roundRect">
          <a:avLst>
            <a:gd name="adj" fmla="val 10000"/>
          </a:avLst>
        </a:prstGeom>
        <a:solidFill>
          <a:schemeClr val="accent4"/>
        </a:solidFill>
        <a:ln w="2540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45720" tIns="45720" rIns="45720" bIns="45720" numCol="1" spcCol="1270" anchor="t" anchorCtr="0">
          <a:noAutofit/>
        </a:bodyPr>
        <a:lstStyle/>
        <a:p>
          <a:pPr marL="57150" lvl="1" indent="-57150" algn="l" defTabSz="400050">
            <a:lnSpc>
              <a:spcPct val="90000"/>
            </a:lnSpc>
            <a:spcBef>
              <a:spcPct val="0"/>
            </a:spcBef>
            <a:spcAft>
              <a:spcPct val="15000"/>
            </a:spcAft>
            <a:buChar char="•"/>
          </a:pPr>
          <a:r>
            <a:rPr lang="es-MX" sz="900" kern="1200" dirty="0">
              <a:solidFill>
                <a:schemeClr val="bg1"/>
              </a:solidFill>
            </a:rPr>
            <a:t>API</a:t>
          </a:r>
        </a:p>
        <a:p>
          <a:pPr marL="57150" lvl="1" indent="-57150" algn="l" defTabSz="400050">
            <a:lnSpc>
              <a:spcPct val="90000"/>
            </a:lnSpc>
            <a:spcBef>
              <a:spcPct val="0"/>
            </a:spcBef>
            <a:spcAft>
              <a:spcPct val="15000"/>
            </a:spcAft>
            <a:buChar char="•"/>
          </a:pPr>
          <a:r>
            <a:rPr lang="es-MX" sz="900" kern="1200" dirty="0">
              <a:solidFill>
                <a:schemeClr val="bg1"/>
              </a:solidFill>
            </a:rPr>
            <a:t>UI Bridge</a:t>
          </a:r>
        </a:p>
        <a:p>
          <a:pPr marL="57150" lvl="1" indent="-57150" algn="l" defTabSz="400050">
            <a:lnSpc>
              <a:spcPct val="90000"/>
            </a:lnSpc>
            <a:spcBef>
              <a:spcPct val="0"/>
            </a:spcBef>
            <a:spcAft>
              <a:spcPct val="15000"/>
            </a:spcAft>
            <a:buFont typeface="Arial" panose="020B0604020202020204" pitchFamily="34" charset="0"/>
            <a:buChar char="•"/>
          </a:pPr>
          <a:r>
            <a:rPr lang="es-MX" sz="900" b="0" i="0" kern="1200" dirty="0">
              <a:solidFill>
                <a:schemeClr val="bg1"/>
              </a:solidFill>
            </a:rPr>
            <a:t>Web-Sockets</a:t>
          </a:r>
          <a:endParaRPr lang="es-MX" sz="900" b="0" kern="1200" dirty="0">
            <a:solidFill>
              <a:schemeClr val="bg1"/>
            </a:solidFill>
          </a:endParaRPr>
        </a:p>
      </dsp:txBody>
      <dsp:txXfrm>
        <a:off x="5752685" y="3288914"/>
        <a:ext cx="1431789" cy="975158"/>
      </dsp:txXfrm>
    </dsp:sp>
    <dsp:sp modelId="{8A8B7492-1FAE-47A6-BBC1-E2A5B45EFF4E}">
      <dsp:nvSpPr>
        <dsp:cNvPr id="0" name=""/>
        <dsp:cNvSpPr/>
      </dsp:nvSpPr>
      <dsp:spPr>
        <a:xfrm>
          <a:off x="1384022" y="2934869"/>
          <a:ext cx="2132096" cy="1381115"/>
        </a:xfrm>
        <a:prstGeom prst="roundRect">
          <a:avLst>
            <a:gd name="adj" fmla="val 10000"/>
          </a:avLst>
        </a:prstGeom>
        <a:solidFill>
          <a:schemeClr val="accent5"/>
        </a:solidFill>
        <a:ln w="2540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s-MX" sz="1100" kern="1200" dirty="0">
              <a:solidFill>
                <a:schemeClr val="bg1"/>
              </a:solidFill>
            </a:rPr>
            <a:t>MVC</a:t>
          </a:r>
        </a:p>
        <a:p>
          <a:pPr marL="57150" lvl="1" indent="-57150" algn="l" defTabSz="488950">
            <a:lnSpc>
              <a:spcPct val="90000"/>
            </a:lnSpc>
            <a:spcBef>
              <a:spcPct val="0"/>
            </a:spcBef>
            <a:spcAft>
              <a:spcPct val="15000"/>
            </a:spcAft>
            <a:buChar char="•"/>
          </a:pPr>
          <a:r>
            <a:rPr lang="es-MX" sz="1100" kern="1200" dirty="0">
              <a:solidFill>
                <a:schemeClr val="bg1"/>
              </a:solidFill>
            </a:rPr>
            <a:t>MVVM</a:t>
          </a:r>
        </a:p>
        <a:p>
          <a:pPr marL="57150" lvl="1" indent="-57150" algn="l" defTabSz="488950">
            <a:lnSpc>
              <a:spcPct val="90000"/>
            </a:lnSpc>
            <a:spcBef>
              <a:spcPct val="0"/>
            </a:spcBef>
            <a:spcAft>
              <a:spcPct val="15000"/>
            </a:spcAft>
            <a:buChar char="•"/>
          </a:pPr>
          <a:r>
            <a:rPr lang="es-MX" sz="1100" kern="1200" dirty="0">
              <a:solidFill>
                <a:schemeClr val="bg1"/>
              </a:solidFill>
            </a:rPr>
            <a:t>MVP</a:t>
          </a:r>
        </a:p>
      </dsp:txBody>
      <dsp:txXfrm>
        <a:off x="1414361" y="3310487"/>
        <a:ext cx="1431789" cy="975158"/>
      </dsp:txXfrm>
    </dsp:sp>
    <dsp:sp modelId="{94C8FBA1-A20A-4846-90C6-41F09EAD0E46}">
      <dsp:nvSpPr>
        <dsp:cNvPr id="0" name=""/>
        <dsp:cNvSpPr/>
      </dsp:nvSpPr>
      <dsp:spPr>
        <a:xfrm>
          <a:off x="4862706" y="0"/>
          <a:ext cx="2132096" cy="1381115"/>
        </a:xfrm>
        <a:prstGeom prst="roundRect">
          <a:avLst>
            <a:gd name="adj" fmla="val 10000"/>
          </a:avLst>
        </a:prstGeom>
        <a:solidFill>
          <a:schemeClr val="accent3"/>
        </a:solidFill>
        <a:ln w="2540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45720" tIns="45720" rIns="45720" bIns="45720" numCol="1" spcCol="1270" anchor="t" anchorCtr="0">
          <a:noAutofit/>
        </a:bodyPr>
        <a:lstStyle/>
        <a:p>
          <a:pPr marL="57150" lvl="1" indent="-57150" algn="l" defTabSz="400050">
            <a:lnSpc>
              <a:spcPct val="90000"/>
            </a:lnSpc>
            <a:spcBef>
              <a:spcPct val="0"/>
            </a:spcBef>
            <a:spcAft>
              <a:spcPct val="15000"/>
            </a:spcAft>
            <a:buFont typeface="Arial" panose="020B0604020202020204" pitchFamily="34" charset="0"/>
            <a:buNone/>
          </a:pPr>
          <a:endParaRPr lang="es-MX" sz="900" b="0" kern="1200" dirty="0">
            <a:solidFill>
              <a:schemeClr val="bg1"/>
            </a:solidFill>
          </a:endParaRPr>
        </a:p>
        <a:p>
          <a:pPr marL="57150" lvl="1" indent="-57150" algn="l" defTabSz="400050">
            <a:lnSpc>
              <a:spcPct val="90000"/>
            </a:lnSpc>
            <a:spcBef>
              <a:spcPct val="0"/>
            </a:spcBef>
            <a:spcAft>
              <a:spcPct val="15000"/>
            </a:spcAft>
            <a:buFont typeface="Arial" panose="020B0604020202020204" pitchFamily="34" charset="0"/>
            <a:buChar char="•"/>
          </a:pPr>
          <a:r>
            <a:rPr lang="es-MX" sz="900" b="0" i="0" kern="1200" dirty="0">
              <a:solidFill>
                <a:schemeClr val="bg1"/>
              </a:solidFill>
            </a:rPr>
            <a:t>Componentes Visuales</a:t>
          </a:r>
          <a:endParaRPr lang="es-MX" sz="900" b="0" kern="1200" dirty="0">
            <a:solidFill>
              <a:schemeClr val="bg1"/>
            </a:solidFill>
          </a:endParaRPr>
        </a:p>
        <a:p>
          <a:pPr marL="57150" lvl="1" indent="-57150" algn="l" defTabSz="400050">
            <a:lnSpc>
              <a:spcPct val="90000"/>
            </a:lnSpc>
            <a:spcBef>
              <a:spcPct val="0"/>
            </a:spcBef>
            <a:spcAft>
              <a:spcPct val="15000"/>
            </a:spcAft>
            <a:buFont typeface="Arial" panose="020B0604020202020204" pitchFamily="34" charset="0"/>
            <a:buChar char="•"/>
          </a:pPr>
          <a:r>
            <a:rPr lang="es-ES" sz="900" b="0" i="0" kern="1200" dirty="0">
              <a:solidFill>
                <a:schemeClr val="bg1"/>
              </a:solidFill>
            </a:rPr>
            <a:t>Sistema de Ventanas y Renderizado</a:t>
          </a:r>
          <a:endParaRPr lang="es-MX" sz="900" b="0" kern="1200" dirty="0">
            <a:solidFill>
              <a:schemeClr val="bg1"/>
            </a:solidFill>
          </a:endParaRPr>
        </a:p>
      </dsp:txBody>
      <dsp:txXfrm>
        <a:off x="5532674" y="30339"/>
        <a:ext cx="1431789" cy="975158"/>
      </dsp:txXfrm>
    </dsp:sp>
    <dsp:sp modelId="{F68833E8-9B90-47A7-BA0B-05A0465E3B33}">
      <dsp:nvSpPr>
        <dsp:cNvPr id="0" name=""/>
        <dsp:cNvSpPr/>
      </dsp:nvSpPr>
      <dsp:spPr>
        <a:xfrm>
          <a:off x="1384022" y="0"/>
          <a:ext cx="2132096" cy="1381115"/>
        </a:xfrm>
        <a:prstGeom prst="roundRect">
          <a:avLst>
            <a:gd name="adj" fmla="val 10000"/>
          </a:avLst>
        </a:prstGeom>
        <a:solidFill>
          <a:schemeClr val="accent2"/>
        </a:solidFill>
        <a:ln w="2540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45720" tIns="45720" rIns="45720" bIns="45720" numCol="1" spcCol="1270" anchor="t"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s-MX" sz="900" b="0" i="0" kern="1200" dirty="0">
              <a:solidFill>
                <a:schemeClr val="bg1"/>
              </a:solidFill>
            </a:rPr>
            <a:t>Lenguajes de Programación orientados a los servidores</a:t>
          </a:r>
          <a:endParaRPr lang="es-MX" sz="900" b="0" kern="1200" dirty="0">
            <a:solidFill>
              <a:schemeClr val="bg1"/>
            </a:solidFill>
          </a:endParaRPr>
        </a:p>
        <a:p>
          <a:pPr marL="57150" lvl="1" indent="-57150" algn="l" defTabSz="400050">
            <a:lnSpc>
              <a:spcPct val="90000"/>
            </a:lnSpc>
            <a:spcBef>
              <a:spcPct val="0"/>
            </a:spcBef>
            <a:spcAft>
              <a:spcPct val="15000"/>
            </a:spcAft>
            <a:buFont typeface="Arial" panose="020B0604020202020204" pitchFamily="34" charset="0"/>
            <a:buChar char="•"/>
          </a:pPr>
          <a:r>
            <a:rPr lang="es-MX" sz="900" b="0" i="0" kern="1200" dirty="0" err="1">
              <a:solidFill>
                <a:schemeClr val="bg1"/>
              </a:solidFill>
            </a:rPr>
            <a:t>Frameworks</a:t>
          </a:r>
          <a:r>
            <a:rPr lang="es-MX" sz="900" b="0" i="0" kern="1200" dirty="0">
              <a:solidFill>
                <a:schemeClr val="bg1"/>
              </a:solidFill>
            </a:rPr>
            <a:t> de </a:t>
          </a:r>
          <a:r>
            <a:rPr lang="es-MX" sz="900" b="0" i="0" kern="1200" dirty="0" err="1">
              <a:solidFill>
                <a:schemeClr val="bg1"/>
              </a:solidFill>
            </a:rPr>
            <a:t>Backend</a:t>
          </a:r>
          <a:endParaRPr lang="es-MX" sz="900" b="0" kern="1200" dirty="0">
            <a:solidFill>
              <a:schemeClr val="bg1"/>
            </a:solidFill>
          </a:endParaRPr>
        </a:p>
        <a:p>
          <a:pPr marL="57150" lvl="1" indent="-57150" algn="l" defTabSz="400050">
            <a:lnSpc>
              <a:spcPct val="90000"/>
            </a:lnSpc>
            <a:spcBef>
              <a:spcPct val="0"/>
            </a:spcBef>
            <a:spcAft>
              <a:spcPct val="15000"/>
            </a:spcAft>
            <a:buFont typeface="Arial" panose="020B0604020202020204" pitchFamily="34" charset="0"/>
            <a:buChar char="•"/>
          </a:pPr>
          <a:r>
            <a:rPr lang="es-MX" sz="900" b="1" i="0" kern="1200" dirty="0">
              <a:solidFill>
                <a:schemeClr val="bg1"/>
              </a:solidFill>
            </a:rPr>
            <a:t>Bases de Datos</a:t>
          </a:r>
          <a:endParaRPr lang="es-MX" sz="900" b="1" kern="1200" dirty="0">
            <a:solidFill>
              <a:schemeClr val="bg1"/>
            </a:solidFill>
          </a:endParaRPr>
        </a:p>
        <a:p>
          <a:pPr marL="57150" lvl="1" indent="-57150" algn="l" defTabSz="400050">
            <a:lnSpc>
              <a:spcPct val="90000"/>
            </a:lnSpc>
            <a:spcBef>
              <a:spcPct val="0"/>
            </a:spcBef>
            <a:spcAft>
              <a:spcPct val="15000"/>
            </a:spcAft>
            <a:buNone/>
          </a:pPr>
          <a:endParaRPr lang="es-MX" sz="900" kern="1200" dirty="0"/>
        </a:p>
      </dsp:txBody>
      <dsp:txXfrm>
        <a:off x="1414361" y="30339"/>
        <a:ext cx="1431789" cy="975158"/>
      </dsp:txXfrm>
    </dsp:sp>
    <dsp:sp modelId="{03D301D0-BF43-4EBA-BFE5-DC59D8E0F571}">
      <dsp:nvSpPr>
        <dsp:cNvPr id="0" name=""/>
        <dsp:cNvSpPr/>
      </dsp:nvSpPr>
      <dsp:spPr>
        <a:xfrm>
          <a:off x="2277431" y="246011"/>
          <a:ext cx="1868821" cy="1868821"/>
        </a:xfrm>
        <a:prstGeom prst="pieWedg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s-MX" sz="1300" b="1" kern="1200" dirty="0"/>
            <a:t>Modelo</a:t>
          </a:r>
        </a:p>
        <a:p>
          <a:pPr marL="0" lvl="0" indent="0" algn="ctr" defTabSz="577850">
            <a:lnSpc>
              <a:spcPct val="90000"/>
            </a:lnSpc>
            <a:spcBef>
              <a:spcPct val="0"/>
            </a:spcBef>
            <a:spcAft>
              <a:spcPct val="35000"/>
            </a:spcAft>
            <a:buNone/>
          </a:pPr>
          <a:r>
            <a:rPr lang="es-MX" sz="1300" kern="1200" dirty="0"/>
            <a:t>(Back-</a:t>
          </a:r>
          <a:r>
            <a:rPr lang="es-MX" sz="1300" kern="1200" dirty="0" err="1"/>
            <a:t>End</a:t>
          </a:r>
          <a:r>
            <a:rPr lang="es-MX" sz="1300" kern="1200" dirty="0"/>
            <a:t>)</a:t>
          </a:r>
        </a:p>
      </dsp:txBody>
      <dsp:txXfrm>
        <a:off x="2824796" y="793376"/>
        <a:ext cx="1321456" cy="1321456"/>
      </dsp:txXfrm>
    </dsp:sp>
    <dsp:sp modelId="{D3AC57AE-2944-4F9C-94CB-C1751B25C631}">
      <dsp:nvSpPr>
        <dsp:cNvPr id="0" name=""/>
        <dsp:cNvSpPr/>
      </dsp:nvSpPr>
      <dsp:spPr>
        <a:xfrm rot="5400000">
          <a:off x="4232572" y="246011"/>
          <a:ext cx="1868821" cy="1868821"/>
        </a:xfrm>
        <a:prstGeom prst="pieWedg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s-MX" sz="1300" b="1" kern="1200" dirty="0"/>
            <a:t>Vista</a:t>
          </a:r>
          <a:r>
            <a:rPr lang="es-MX" sz="1300" kern="1200" dirty="0"/>
            <a:t> </a:t>
          </a:r>
        </a:p>
        <a:p>
          <a:pPr marL="0" lvl="0" indent="0" algn="ctr" defTabSz="577850">
            <a:lnSpc>
              <a:spcPct val="90000"/>
            </a:lnSpc>
            <a:spcBef>
              <a:spcPct val="0"/>
            </a:spcBef>
            <a:spcAft>
              <a:spcPct val="35000"/>
            </a:spcAft>
            <a:buNone/>
          </a:pPr>
          <a:r>
            <a:rPr lang="es-MX" sz="1300" kern="1200" dirty="0"/>
            <a:t>(Front-</a:t>
          </a:r>
          <a:r>
            <a:rPr lang="es-MX" sz="1300" kern="1200" dirty="0" err="1"/>
            <a:t>End</a:t>
          </a:r>
          <a:r>
            <a:rPr lang="es-MX" sz="1300" kern="1200" dirty="0"/>
            <a:t>)</a:t>
          </a:r>
        </a:p>
      </dsp:txBody>
      <dsp:txXfrm rot="-5400000">
        <a:off x="4232572" y="793376"/>
        <a:ext cx="1321456" cy="1321456"/>
      </dsp:txXfrm>
    </dsp:sp>
    <dsp:sp modelId="{A29580B8-8635-46F6-9625-2936CACC70EB}">
      <dsp:nvSpPr>
        <dsp:cNvPr id="0" name=""/>
        <dsp:cNvSpPr/>
      </dsp:nvSpPr>
      <dsp:spPr>
        <a:xfrm rot="10800000">
          <a:off x="4232572" y="2201152"/>
          <a:ext cx="1868821" cy="1868821"/>
        </a:xfrm>
        <a:prstGeom prst="pieWedg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s-MX" sz="1300" b="1" kern="1200" dirty="0"/>
            <a:t>Comunicación</a:t>
          </a:r>
        </a:p>
      </dsp:txBody>
      <dsp:txXfrm rot="10800000">
        <a:off x="4232572" y="2201152"/>
        <a:ext cx="1321456" cy="1321456"/>
      </dsp:txXfrm>
    </dsp:sp>
    <dsp:sp modelId="{3C91AFB5-8FF8-4118-9F46-D0C45DCEB885}">
      <dsp:nvSpPr>
        <dsp:cNvPr id="0" name=""/>
        <dsp:cNvSpPr/>
      </dsp:nvSpPr>
      <dsp:spPr>
        <a:xfrm rot="16200000">
          <a:off x="2277431" y="2201152"/>
          <a:ext cx="1868821" cy="1868821"/>
        </a:xfrm>
        <a:prstGeom prst="pieWedg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s-MX" sz="1300" b="1" kern="1200" dirty="0"/>
            <a:t>Arquitectura</a:t>
          </a:r>
        </a:p>
      </dsp:txBody>
      <dsp:txXfrm rot="5400000">
        <a:off x="2824796" y="2201152"/>
        <a:ext cx="1321456" cy="1321456"/>
      </dsp:txXfrm>
    </dsp:sp>
    <dsp:sp modelId="{17857680-365F-4BE9-B707-D1DF13ACF3B8}">
      <dsp:nvSpPr>
        <dsp:cNvPr id="0" name=""/>
        <dsp:cNvSpPr/>
      </dsp:nvSpPr>
      <dsp:spPr>
        <a:xfrm rot="16200000">
          <a:off x="3795538" y="1997413"/>
          <a:ext cx="303469" cy="321161"/>
        </a:xfrm>
        <a:prstGeom prst="circularArrow">
          <a:avLst/>
        </a:prstGeom>
        <a:solidFill>
          <a:schemeClr val="accent2">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F23402-9E97-4493-902E-8FAB356A65CC}">
      <dsp:nvSpPr>
        <dsp:cNvPr id="0" name=""/>
        <dsp:cNvSpPr/>
      </dsp:nvSpPr>
      <dsp:spPr>
        <a:xfrm rot="5400000">
          <a:off x="4278458" y="2000569"/>
          <a:ext cx="295797" cy="265726"/>
        </a:xfrm>
        <a:prstGeom prst="circularArrow">
          <a:avLst/>
        </a:prstGeom>
        <a:solidFill>
          <a:schemeClr val="accent2">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5E871B-2AFA-4C05-A9B2-269D94BFA837}">
      <dsp:nvSpPr>
        <dsp:cNvPr id="0" name=""/>
        <dsp:cNvSpPr/>
      </dsp:nvSpPr>
      <dsp:spPr>
        <a:xfrm>
          <a:off x="1981159" y="2018336"/>
          <a:ext cx="1415075" cy="1214675"/>
        </a:xfrm>
        <a:prstGeom prst="hexagon">
          <a:avLst>
            <a:gd name="adj" fmla="val 25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a:t>Ventanas</a:t>
          </a:r>
          <a:endParaRPr lang="en-US" sz="1800" kern="1200"/>
        </a:p>
      </dsp:txBody>
      <dsp:txXfrm>
        <a:off x="2200305" y="2206447"/>
        <a:ext cx="976783" cy="838453"/>
      </dsp:txXfrm>
    </dsp:sp>
    <dsp:sp modelId="{737843F1-9768-4604-91CF-8A363BDEBCC3}">
      <dsp:nvSpPr>
        <dsp:cNvPr id="0" name=""/>
        <dsp:cNvSpPr/>
      </dsp:nvSpPr>
      <dsp:spPr>
        <a:xfrm>
          <a:off x="2015141" y="2561611"/>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6A8A3380-065F-489F-9162-CDC75FCFD61C}">
      <dsp:nvSpPr>
        <dsp:cNvPr id="0" name=""/>
        <dsp:cNvSpPr/>
      </dsp:nvSpPr>
      <dsp:spPr>
        <a:xfrm>
          <a:off x="763880" y="1346935"/>
          <a:ext cx="1415075" cy="1214675"/>
        </a:xfrm>
        <a:prstGeom prst="hexagon">
          <a:avLst>
            <a:gd name="adj" fmla="val 25000"/>
            <a:gd name="vf" fmla="val 115470"/>
          </a:avLst>
        </a:prstGeom>
        <a:blipFill rotWithShape="1">
          <a:blip xmlns:r="http://schemas.openxmlformats.org/officeDocument/2006/relationships" r:embed="rId1"/>
          <a:srcRect/>
          <a:stretch>
            <a:fillRect l="-5000" r="-5000"/>
          </a:stretch>
        </a:blip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22DFD20F-25D3-4C50-9784-0EBF70A7E6C9}">
      <dsp:nvSpPr>
        <dsp:cNvPr id="0" name=""/>
        <dsp:cNvSpPr/>
      </dsp:nvSpPr>
      <dsp:spPr>
        <a:xfrm>
          <a:off x="1732823" y="2400419"/>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3447E5A3-2B5C-4976-AD90-F1AE7054FD66}">
      <dsp:nvSpPr>
        <dsp:cNvPr id="0" name=""/>
        <dsp:cNvSpPr/>
      </dsp:nvSpPr>
      <dsp:spPr>
        <a:xfrm>
          <a:off x="3198437" y="1343261"/>
          <a:ext cx="1415075" cy="1214675"/>
        </a:xfrm>
        <a:prstGeom prst="hexagon">
          <a:avLst>
            <a:gd name="adj" fmla="val 25000"/>
            <a:gd name="vf" fmla="val 1154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dirty="0"/>
            <a:t>Botones</a:t>
          </a:r>
          <a:endParaRPr lang="en-US" sz="1800" kern="1200" dirty="0"/>
        </a:p>
      </dsp:txBody>
      <dsp:txXfrm>
        <a:off x="3417583" y="1531372"/>
        <a:ext cx="976783" cy="838453"/>
      </dsp:txXfrm>
    </dsp:sp>
    <dsp:sp modelId="{74726E7F-141D-4CBF-8B51-E6F55B3FD627}">
      <dsp:nvSpPr>
        <dsp:cNvPr id="0" name=""/>
        <dsp:cNvSpPr/>
      </dsp:nvSpPr>
      <dsp:spPr>
        <a:xfrm>
          <a:off x="4172609" y="2393990"/>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B0FD83F8-863C-4CFE-AE2B-C234B396720D}">
      <dsp:nvSpPr>
        <dsp:cNvPr id="0" name=""/>
        <dsp:cNvSpPr/>
      </dsp:nvSpPr>
      <dsp:spPr>
        <a:xfrm>
          <a:off x="4416587" y="2016040"/>
          <a:ext cx="1415075" cy="1214675"/>
        </a:xfrm>
        <a:prstGeom prst="hexagon">
          <a:avLst>
            <a:gd name="adj" fmla="val 25000"/>
            <a:gd name="vf" fmla="val 115470"/>
          </a:avLst>
        </a:prstGeom>
        <a:blipFill rotWithShape="1">
          <a:blip xmlns:r="http://schemas.openxmlformats.org/officeDocument/2006/relationships" r:embed="rId2"/>
          <a:srcRect/>
          <a:stretch>
            <a:fillRect l="-5000" r="-5000"/>
          </a:stretch>
        </a:blip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5860E29-9FA7-472B-8AEC-D9E74853817C}">
      <dsp:nvSpPr>
        <dsp:cNvPr id="0" name=""/>
        <dsp:cNvSpPr/>
      </dsp:nvSpPr>
      <dsp:spPr>
        <a:xfrm>
          <a:off x="4450570" y="2556559"/>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E9EEAA1C-1717-40AF-A82D-7388B6CD2EAD}">
      <dsp:nvSpPr>
        <dsp:cNvPr id="0" name=""/>
        <dsp:cNvSpPr/>
      </dsp:nvSpPr>
      <dsp:spPr>
        <a:xfrm>
          <a:off x="1981159" y="675534"/>
          <a:ext cx="1415075" cy="1214675"/>
        </a:xfrm>
        <a:prstGeom prst="hexagon">
          <a:avLst>
            <a:gd name="adj" fmla="val 25000"/>
            <a:gd name="vf" fmla="val 11547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dirty="0"/>
            <a:t>Cuadros de Texto</a:t>
          </a:r>
          <a:endParaRPr lang="en-US" sz="1800" kern="1200" dirty="0"/>
        </a:p>
      </dsp:txBody>
      <dsp:txXfrm>
        <a:off x="2200305" y="863645"/>
        <a:ext cx="976783" cy="838453"/>
      </dsp:txXfrm>
    </dsp:sp>
    <dsp:sp modelId="{1CA88CD0-64EB-4B97-BC33-ACE17A3046EC}">
      <dsp:nvSpPr>
        <dsp:cNvPr id="0" name=""/>
        <dsp:cNvSpPr/>
      </dsp:nvSpPr>
      <dsp:spPr>
        <a:xfrm>
          <a:off x="2944002" y="692066"/>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FE2499F2-22C3-4E72-8E24-2ED2CF1EB621}">
      <dsp:nvSpPr>
        <dsp:cNvPr id="0" name=""/>
        <dsp:cNvSpPr/>
      </dsp:nvSpPr>
      <dsp:spPr>
        <a:xfrm>
          <a:off x="3198437" y="0"/>
          <a:ext cx="1415075" cy="1214675"/>
        </a:xfrm>
        <a:prstGeom prst="hexagon">
          <a:avLst>
            <a:gd name="adj" fmla="val 25000"/>
            <a:gd name="vf" fmla="val 115470"/>
          </a:avLst>
        </a:prstGeom>
        <a:blipFill rotWithShape="1">
          <a:blip xmlns:r="http://schemas.openxmlformats.org/officeDocument/2006/relationships" r:embed="rId3"/>
          <a:srcRect/>
          <a:stretch>
            <a:fillRect t="-2000" b="-2000"/>
          </a:stretch>
        </a:blip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019E5B39-8ECA-4C58-8669-1BB7374072BB}">
      <dsp:nvSpPr>
        <dsp:cNvPr id="0" name=""/>
        <dsp:cNvSpPr/>
      </dsp:nvSpPr>
      <dsp:spPr>
        <a:xfrm>
          <a:off x="3239391" y="538223"/>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13FBDC1B-B968-4954-A415-FBBF0F237A11}">
      <dsp:nvSpPr>
        <dsp:cNvPr id="0" name=""/>
        <dsp:cNvSpPr/>
      </dsp:nvSpPr>
      <dsp:spPr>
        <a:xfrm>
          <a:off x="4416587" y="672778"/>
          <a:ext cx="1415075" cy="1214675"/>
        </a:xfrm>
        <a:prstGeom prst="hexagon">
          <a:avLst>
            <a:gd name="adj" fmla="val 25000"/>
            <a:gd name="vf" fmla="val 11547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dirty="0"/>
            <a:t>Listas</a:t>
          </a:r>
          <a:endParaRPr lang="en-US" sz="1800" kern="1200" dirty="0"/>
        </a:p>
      </dsp:txBody>
      <dsp:txXfrm>
        <a:off x="4635733" y="860889"/>
        <a:ext cx="976783" cy="838453"/>
      </dsp:txXfrm>
    </dsp:sp>
    <dsp:sp modelId="{8D69F4E7-6536-44B3-890A-203FE7EF4E56}">
      <dsp:nvSpPr>
        <dsp:cNvPr id="0" name=""/>
        <dsp:cNvSpPr/>
      </dsp:nvSpPr>
      <dsp:spPr>
        <a:xfrm>
          <a:off x="5639965" y="1211001"/>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B49B8837-B353-4286-B70E-9FC737E95396}">
      <dsp:nvSpPr>
        <dsp:cNvPr id="0" name=""/>
        <dsp:cNvSpPr/>
      </dsp:nvSpPr>
      <dsp:spPr>
        <a:xfrm>
          <a:off x="5633866" y="1355660"/>
          <a:ext cx="1415075" cy="1214675"/>
        </a:xfrm>
        <a:prstGeom prst="hexagon">
          <a:avLst>
            <a:gd name="adj" fmla="val 25000"/>
            <a:gd name="vf" fmla="val 115470"/>
          </a:avLst>
        </a:prstGeom>
        <a:blipFill rotWithShape="1">
          <a:blip xmlns:r="http://schemas.openxmlformats.org/officeDocument/2006/relationships" r:embed="rId4"/>
          <a:srcRect/>
          <a:stretch>
            <a:fillRect t="-94000" b="-94000"/>
          </a:stretch>
        </a:blip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4810498E-86BC-478A-8EC0-16EF36FBE7FD}">
      <dsp:nvSpPr>
        <dsp:cNvPr id="0" name=""/>
        <dsp:cNvSpPr/>
      </dsp:nvSpPr>
      <dsp:spPr>
        <a:xfrm>
          <a:off x="5909213" y="1377704"/>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A80E46CB-DE76-447F-88A0-EB83B56CE5A8}">
      <dsp:nvSpPr>
        <dsp:cNvPr id="0" name=""/>
        <dsp:cNvSpPr/>
      </dsp:nvSpPr>
      <dsp:spPr>
        <a:xfrm>
          <a:off x="5633866" y="12858"/>
          <a:ext cx="1415075" cy="1214675"/>
        </a:xfrm>
        <a:prstGeom prst="hexagon">
          <a:avLst>
            <a:gd name="adj" fmla="val 25000"/>
            <a:gd name="vf" fmla="val 11547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dirty="0"/>
            <a:t>Menús</a:t>
          </a:r>
          <a:endParaRPr lang="en-US" sz="1800" kern="1200" dirty="0"/>
        </a:p>
      </dsp:txBody>
      <dsp:txXfrm>
        <a:off x="5853012" y="200969"/>
        <a:ext cx="976783" cy="838453"/>
      </dsp:txXfrm>
    </dsp:sp>
    <dsp:sp modelId="{847B4D62-C24D-49D4-8231-6193EC723C0D}">
      <dsp:nvSpPr>
        <dsp:cNvPr id="0" name=""/>
        <dsp:cNvSpPr/>
      </dsp:nvSpPr>
      <dsp:spPr>
        <a:xfrm>
          <a:off x="6857244" y="557510"/>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1AAF44FB-D2E7-4FFB-B182-9838C2219D7F}">
      <dsp:nvSpPr>
        <dsp:cNvPr id="0" name=""/>
        <dsp:cNvSpPr/>
      </dsp:nvSpPr>
      <dsp:spPr>
        <a:xfrm>
          <a:off x="6851144" y="690688"/>
          <a:ext cx="1415075" cy="1214675"/>
        </a:xfrm>
        <a:prstGeom prst="hexagon">
          <a:avLst>
            <a:gd name="adj" fmla="val 25000"/>
            <a:gd name="vf" fmla="val 115470"/>
          </a:avLst>
        </a:prstGeom>
        <a:blipFill rotWithShape="1">
          <a:blip xmlns:r="http://schemas.openxmlformats.org/officeDocument/2006/relationships" r:embed="rId5"/>
          <a:srcRect/>
          <a:stretch>
            <a:fillRect l="-11000" r="-11000"/>
          </a:stretch>
        </a:blipFill>
        <a:ln w="1270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9C7D5A0A-AB00-4647-8BAD-4F4B0C8497A3}">
      <dsp:nvSpPr>
        <dsp:cNvPr id="0" name=""/>
        <dsp:cNvSpPr/>
      </dsp:nvSpPr>
      <dsp:spPr>
        <a:xfrm>
          <a:off x="7133462" y="717783"/>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016195EA-9DDC-4457-94EC-FFF6374EC71A}">
      <dsp:nvSpPr>
        <dsp:cNvPr id="0" name=""/>
        <dsp:cNvSpPr/>
      </dsp:nvSpPr>
      <dsp:spPr>
        <a:xfrm>
          <a:off x="6851144" y="2031654"/>
          <a:ext cx="1415075" cy="1214675"/>
        </a:xfrm>
        <a:prstGeom prst="hexagon">
          <a:avLst>
            <a:gd name="adj" fmla="val 25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a:t>Iconos</a:t>
          </a:r>
          <a:endParaRPr lang="en-US" sz="1800" kern="1200"/>
        </a:p>
      </dsp:txBody>
      <dsp:txXfrm>
        <a:off x="7070290" y="2219765"/>
        <a:ext cx="976783" cy="838453"/>
      </dsp:txXfrm>
    </dsp:sp>
    <dsp:sp modelId="{2EB799F6-6790-4A6E-8823-A67ACC4DA33C}">
      <dsp:nvSpPr>
        <dsp:cNvPr id="0" name=""/>
        <dsp:cNvSpPr/>
      </dsp:nvSpPr>
      <dsp:spPr>
        <a:xfrm>
          <a:off x="7131720" y="3095701"/>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F8072EE4-03DB-4E44-A7B4-CC38E889AE54}">
      <dsp:nvSpPr>
        <dsp:cNvPr id="0" name=""/>
        <dsp:cNvSpPr/>
      </dsp:nvSpPr>
      <dsp:spPr>
        <a:xfrm>
          <a:off x="5633866" y="2696626"/>
          <a:ext cx="1415075" cy="1214675"/>
        </a:xfrm>
        <a:prstGeom prst="hexagon">
          <a:avLst>
            <a:gd name="adj" fmla="val 25000"/>
            <a:gd name="vf" fmla="val 115470"/>
          </a:avLst>
        </a:prstGeom>
        <a:blipFill rotWithShape="1">
          <a:blip xmlns:r="http://schemas.openxmlformats.org/officeDocument/2006/relationships" r:embed="rId6"/>
          <a:srcRect/>
          <a:stretch>
            <a:fillRect l="-15000" r="-15000"/>
          </a:stretch>
        </a:blip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EDD7647D-8694-4A8A-A19D-37A1BFD3698B}">
      <dsp:nvSpPr>
        <dsp:cNvPr id="0" name=""/>
        <dsp:cNvSpPr/>
      </dsp:nvSpPr>
      <dsp:spPr>
        <a:xfrm>
          <a:off x="6869443" y="3229797"/>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D2C93E57-91AB-4506-9383-A6EEC1B58EA7}">
      <dsp:nvSpPr>
        <dsp:cNvPr id="0" name=""/>
        <dsp:cNvSpPr/>
      </dsp:nvSpPr>
      <dsp:spPr>
        <a:xfrm>
          <a:off x="3197566" y="2689278"/>
          <a:ext cx="1415075" cy="1214675"/>
        </a:xfrm>
        <a:prstGeom prst="hexagon">
          <a:avLst>
            <a:gd name="adj" fmla="val 25000"/>
            <a:gd name="vf" fmla="val 1154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a:t>Sliders</a:t>
          </a:r>
          <a:endParaRPr lang="en-US" sz="1800" kern="1200"/>
        </a:p>
      </dsp:txBody>
      <dsp:txXfrm>
        <a:off x="3416712" y="2877389"/>
        <a:ext cx="976783" cy="838453"/>
      </dsp:txXfrm>
    </dsp:sp>
    <dsp:sp modelId="{39B9A239-1C8E-46AB-BD78-619E69718189}">
      <dsp:nvSpPr>
        <dsp:cNvPr id="0" name=""/>
        <dsp:cNvSpPr/>
      </dsp:nvSpPr>
      <dsp:spPr>
        <a:xfrm>
          <a:off x="3238519" y="3227501"/>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B22E4F7E-5348-450F-AA07-E3525FE97398}">
      <dsp:nvSpPr>
        <dsp:cNvPr id="0" name=""/>
        <dsp:cNvSpPr/>
      </dsp:nvSpPr>
      <dsp:spPr>
        <a:xfrm>
          <a:off x="1980287" y="3364353"/>
          <a:ext cx="1415075" cy="1214675"/>
        </a:xfrm>
        <a:prstGeom prst="hexagon">
          <a:avLst>
            <a:gd name="adj" fmla="val 25000"/>
            <a:gd name="vf" fmla="val 115470"/>
          </a:avLst>
        </a:prstGeom>
        <a:blipFill rotWithShape="1">
          <a:blip xmlns:r="http://schemas.openxmlformats.org/officeDocument/2006/relationships" r:embed="rId7"/>
          <a:srcRect/>
          <a:stretch>
            <a:fillRect l="-18000" r="-18000"/>
          </a:stretch>
        </a:blip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0D6C80FF-9F54-4839-9DE4-2CEB21D01520}">
      <dsp:nvSpPr>
        <dsp:cNvPr id="0" name=""/>
        <dsp:cNvSpPr/>
      </dsp:nvSpPr>
      <dsp:spPr>
        <a:xfrm>
          <a:off x="2943131" y="3381345"/>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3C57E107-E84C-45C5-B208-86B049C8C2AB}">
      <dsp:nvSpPr>
        <dsp:cNvPr id="0" name=""/>
        <dsp:cNvSpPr/>
      </dsp:nvSpPr>
      <dsp:spPr>
        <a:xfrm>
          <a:off x="8062324" y="2712240"/>
          <a:ext cx="1415075" cy="1214675"/>
        </a:xfrm>
        <a:prstGeom prst="hexagon">
          <a:avLst>
            <a:gd name="adj" fmla="val 25000"/>
            <a:gd name="vf" fmla="val 11547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r>
            <a:rPr lang="es-MX" sz="1800" kern="1200"/>
            <a:t>Barras de Progreso</a:t>
          </a:r>
          <a:endParaRPr lang="en-US" sz="1800" kern="1200"/>
        </a:p>
      </dsp:txBody>
      <dsp:txXfrm>
        <a:off x="8281470" y="2900351"/>
        <a:ext cx="976783" cy="838453"/>
      </dsp:txXfrm>
    </dsp:sp>
    <dsp:sp modelId="{E55E3917-85A2-45E1-A9A1-B0C344CD5835}">
      <dsp:nvSpPr>
        <dsp:cNvPr id="0" name=""/>
        <dsp:cNvSpPr/>
      </dsp:nvSpPr>
      <dsp:spPr>
        <a:xfrm>
          <a:off x="8342899" y="3776286"/>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 modelId="{0E683B50-EB3A-489E-AB15-A8361D3B86F0}">
      <dsp:nvSpPr>
        <dsp:cNvPr id="0" name=""/>
        <dsp:cNvSpPr/>
      </dsp:nvSpPr>
      <dsp:spPr>
        <a:xfrm>
          <a:off x="6845045" y="3377671"/>
          <a:ext cx="1415075" cy="1214675"/>
        </a:xfrm>
        <a:prstGeom prst="hexagon">
          <a:avLst>
            <a:gd name="adj" fmla="val 25000"/>
            <a:gd name="vf" fmla="val 115470"/>
          </a:avLst>
        </a:prstGeom>
        <a:blipFill rotWithShape="1">
          <a:blip xmlns:r="http://schemas.openxmlformats.org/officeDocument/2006/relationships" r:embed="rId8"/>
          <a:srcRect/>
          <a:stretch>
            <a:fillRect l="-4000" r="-4000"/>
          </a:stretch>
        </a:blip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3F8E2DF7-B8BC-4A25-B55B-96DFAB9E0136}">
      <dsp:nvSpPr>
        <dsp:cNvPr id="0" name=""/>
        <dsp:cNvSpPr/>
      </dsp:nvSpPr>
      <dsp:spPr>
        <a:xfrm>
          <a:off x="8080622" y="3910842"/>
          <a:ext cx="164685" cy="142362"/>
        </a:xfrm>
        <a:prstGeom prst="hexagon">
          <a:avLst>
            <a:gd name="adj" fmla="val 25000"/>
            <a:gd name="vf" fmla="val 115470"/>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1">
          <a:scrgbClr r="0" g="0" b="0"/>
        </a:fillRef>
        <a:effectRef idx="3">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B5577C-6D0E-4451-BFF3-5DF55C141BCE}">
      <dsp:nvSpPr>
        <dsp:cNvPr id="0" name=""/>
        <dsp:cNvSpPr/>
      </dsp:nvSpPr>
      <dsp:spPr>
        <a:xfrm>
          <a:off x="3127300" y="237960"/>
          <a:ext cx="4722604" cy="1640098"/>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FC648A-293E-4D09-9B6A-34482A7E35BD}">
      <dsp:nvSpPr>
        <dsp:cNvPr id="0" name=""/>
        <dsp:cNvSpPr/>
      </dsp:nvSpPr>
      <dsp:spPr>
        <a:xfrm>
          <a:off x="5038308" y="4254005"/>
          <a:ext cx="915233" cy="585749"/>
        </a:xfrm>
        <a:prstGeom prst="downArrow">
          <a:avLst/>
        </a:prstGeom>
        <a:solidFill>
          <a:schemeClr val="accent2">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757328-8290-467E-9222-66842B25EA67}">
      <dsp:nvSpPr>
        <dsp:cNvPr id="0" name=""/>
        <dsp:cNvSpPr/>
      </dsp:nvSpPr>
      <dsp:spPr>
        <a:xfrm>
          <a:off x="3299364" y="4722604"/>
          <a:ext cx="4393120" cy="1098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s-MX" sz="2600" kern="1200" dirty="0"/>
            <a:t>Sistema de Ventanas y Renderizado</a:t>
          </a:r>
        </a:p>
      </dsp:txBody>
      <dsp:txXfrm>
        <a:off x="3299364" y="4722604"/>
        <a:ext cx="4393120" cy="1098280"/>
      </dsp:txXfrm>
    </dsp:sp>
    <dsp:sp modelId="{36C9BBFD-BF3F-4519-8AF6-65C7A60BEB08}">
      <dsp:nvSpPr>
        <dsp:cNvPr id="0" name=""/>
        <dsp:cNvSpPr/>
      </dsp:nvSpPr>
      <dsp:spPr>
        <a:xfrm>
          <a:off x="4844278" y="2004727"/>
          <a:ext cx="1647420" cy="1647420"/>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s-MX" sz="1300" b="1" i="0" kern="1200" dirty="0"/>
            <a:t>Administrador de ventanas</a:t>
          </a:r>
          <a:endParaRPr lang="es-MX" sz="1300" kern="1200" dirty="0"/>
        </a:p>
        <a:p>
          <a:pPr marL="57150" lvl="1" indent="-57150" algn="l" defTabSz="444500">
            <a:lnSpc>
              <a:spcPct val="90000"/>
            </a:lnSpc>
            <a:spcBef>
              <a:spcPct val="0"/>
            </a:spcBef>
            <a:spcAft>
              <a:spcPct val="15000"/>
            </a:spcAft>
            <a:buNone/>
          </a:pPr>
          <a:r>
            <a:rPr lang="es-MX" sz="1000" kern="1200" dirty="0" err="1"/>
            <a:t>KWin</a:t>
          </a:r>
          <a:r>
            <a:rPr lang="es-MX" sz="1000" kern="1200" dirty="0"/>
            <a:t>, </a:t>
          </a:r>
          <a:r>
            <a:rPr lang="es-MX" sz="1000" kern="1200" dirty="0" err="1"/>
            <a:t>Mutter</a:t>
          </a:r>
          <a:r>
            <a:rPr lang="es-MX" sz="1000" kern="1200" dirty="0"/>
            <a:t>, i3</a:t>
          </a:r>
        </a:p>
      </dsp:txBody>
      <dsp:txXfrm>
        <a:off x="5085537" y="2245986"/>
        <a:ext cx="1164902" cy="1164902"/>
      </dsp:txXfrm>
    </dsp:sp>
    <dsp:sp modelId="{1F3317B2-DE8B-4B25-BDD8-0ED0256C4633}">
      <dsp:nvSpPr>
        <dsp:cNvPr id="0" name=""/>
        <dsp:cNvSpPr/>
      </dsp:nvSpPr>
      <dsp:spPr>
        <a:xfrm>
          <a:off x="3665458" y="768796"/>
          <a:ext cx="1647420" cy="164742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s-MX" sz="1300" b="1" i="0" kern="1200" dirty="0"/>
            <a:t>Kit de herramientas de widgets</a:t>
          </a:r>
          <a:endParaRPr lang="es-MX" sz="1300" kern="1200" dirty="0"/>
        </a:p>
        <a:p>
          <a:pPr marL="57150" lvl="1" indent="-57150" algn="l" defTabSz="444500">
            <a:lnSpc>
              <a:spcPct val="90000"/>
            </a:lnSpc>
            <a:spcBef>
              <a:spcPct val="0"/>
            </a:spcBef>
            <a:spcAft>
              <a:spcPct val="15000"/>
            </a:spcAft>
            <a:buNone/>
          </a:pPr>
          <a:r>
            <a:rPr lang="es-MX" sz="1000" kern="1200" dirty="0" err="1"/>
            <a:t>OpenGl</a:t>
          </a:r>
          <a:r>
            <a:rPr lang="es-MX" sz="1000" kern="1200" dirty="0"/>
            <a:t>, EGL</a:t>
          </a:r>
        </a:p>
      </dsp:txBody>
      <dsp:txXfrm>
        <a:off x="3906717" y="1010055"/>
        <a:ext cx="1164902" cy="1164902"/>
      </dsp:txXfrm>
    </dsp:sp>
    <dsp:sp modelId="{E1E22309-A303-4005-85F2-D40CEF376863}">
      <dsp:nvSpPr>
        <dsp:cNvPr id="0" name=""/>
        <dsp:cNvSpPr/>
      </dsp:nvSpPr>
      <dsp:spPr>
        <a:xfrm>
          <a:off x="5349487" y="370486"/>
          <a:ext cx="1647420" cy="1647420"/>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s-MX" sz="1300" b="1" i="0" kern="1200" dirty="0"/>
            <a:t>Servidor de pantalla</a:t>
          </a:r>
          <a:endParaRPr lang="es-MX" sz="1300" kern="1200" dirty="0"/>
        </a:p>
        <a:p>
          <a:pPr marL="57150" lvl="1" indent="-57150" algn="l" defTabSz="444500">
            <a:lnSpc>
              <a:spcPct val="90000"/>
            </a:lnSpc>
            <a:spcBef>
              <a:spcPct val="0"/>
            </a:spcBef>
            <a:spcAft>
              <a:spcPct val="15000"/>
            </a:spcAft>
            <a:buNone/>
          </a:pPr>
          <a:r>
            <a:rPr lang="es-MX" sz="1000" kern="1200" dirty="0"/>
            <a:t>Comunicación con Hardware</a:t>
          </a:r>
        </a:p>
        <a:p>
          <a:pPr marL="57150" lvl="1" indent="-57150" algn="l" defTabSz="444500">
            <a:lnSpc>
              <a:spcPct val="90000"/>
            </a:lnSpc>
            <a:spcBef>
              <a:spcPct val="0"/>
            </a:spcBef>
            <a:spcAft>
              <a:spcPct val="15000"/>
            </a:spcAft>
            <a:buNone/>
          </a:pPr>
          <a:r>
            <a:rPr lang="es-MX" sz="1000" kern="1200"/>
            <a:t>Linux, Wayland, X11</a:t>
          </a:r>
          <a:endParaRPr lang="es-MX" sz="1000" kern="1200" dirty="0"/>
        </a:p>
      </dsp:txBody>
      <dsp:txXfrm>
        <a:off x="5590746" y="611745"/>
        <a:ext cx="1164902" cy="1164902"/>
      </dsp:txXfrm>
    </dsp:sp>
    <dsp:sp modelId="{EB8AB43E-93CD-4CCD-830D-E4004284BB50}">
      <dsp:nvSpPr>
        <dsp:cNvPr id="0" name=""/>
        <dsp:cNvSpPr/>
      </dsp:nvSpPr>
      <dsp:spPr>
        <a:xfrm>
          <a:off x="2933271" y="36609"/>
          <a:ext cx="5125307" cy="4100245"/>
        </a:xfrm>
        <a:prstGeom prst="funnel">
          <a:avLst/>
        </a:prstGeom>
        <a:solidFill>
          <a:schemeClr val="lt1">
            <a:alpha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A1065-2CDC-4185-8038-5964F9C93249}">
      <dsp:nvSpPr>
        <dsp:cNvPr id="0" name=""/>
        <dsp:cNvSpPr/>
      </dsp:nvSpPr>
      <dsp:spPr>
        <a:xfrm>
          <a:off x="0" y="0"/>
          <a:ext cx="10927829" cy="1886762"/>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879788-982A-418B-B59A-BA1789A0280D}">
      <dsp:nvSpPr>
        <dsp:cNvPr id="0" name=""/>
        <dsp:cNvSpPr/>
      </dsp:nvSpPr>
      <dsp:spPr>
        <a:xfrm>
          <a:off x="329088"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FDBBBE-4033-4478-A16F-FF25C059E994}">
      <dsp:nvSpPr>
        <dsp:cNvPr id="0" name=""/>
        <dsp:cNvSpPr/>
      </dsp:nvSpPr>
      <dsp:spPr>
        <a:xfrm rot="10800000">
          <a:off x="329088"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s-MX" sz="2000" b="1" kern="1200"/>
            <a:t>Python</a:t>
          </a:r>
          <a:endParaRPr lang="en-US" sz="2000" kern="1200"/>
        </a:p>
      </dsp:txBody>
      <dsp:txXfrm rot="10800000">
        <a:off x="377677" y="1886762"/>
        <a:ext cx="1482768" cy="2257453"/>
      </dsp:txXfrm>
    </dsp:sp>
    <dsp:sp modelId="{1DCD2FEA-60DA-441C-9957-339A535A39E4}">
      <dsp:nvSpPr>
        <dsp:cNvPr id="0" name=""/>
        <dsp:cNvSpPr/>
      </dsp:nvSpPr>
      <dsp:spPr>
        <a:xfrm>
          <a:off x="2067029"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03F3B4-78E2-4378-9EB5-A497D502E179}">
      <dsp:nvSpPr>
        <dsp:cNvPr id="0" name=""/>
        <dsp:cNvSpPr/>
      </dsp:nvSpPr>
      <dsp:spPr>
        <a:xfrm rot="10800000">
          <a:off x="2067029"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s-MX" sz="2000" b="1" kern="1200" dirty="0"/>
            <a:t>JavaScript</a:t>
          </a:r>
          <a:endParaRPr lang="en-US" sz="2000" kern="1200" dirty="0"/>
        </a:p>
      </dsp:txBody>
      <dsp:txXfrm rot="10800000">
        <a:off x="2115618" y="1886762"/>
        <a:ext cx="1482768" cy="2257453"/>
      </dsp:txXfrm>
    </dsp:sp>
    <dsp:sp modelId="{A25F7D67-27AE-4DF6-8730-C8648DBBB1F1}">
      <dsp:nvSpPr>
        <dsp:cNvPr id="0" name=""/>
        <dsp:cNvSpPr/>
      </dsp:nvSpPr>
      <dsp:spPr>
        <a:xfrm>
          <a:off x="3804970"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6FF171-130C-4B1A-8E04-9C5BBF865076}">
      <dsp:nvSpPr>
        <dsp:cNvPr id="0" name=""/>
        <dsp:cNvSpPr/>
      </dsp:nvSpPr>
      <dsp:spPr>
        <a:xfrm rot="10800000">
          <a:off x="3804970"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s-MX" sz="2000" b="1" kern="1200"/>
            <a:t>Java</a:t>
          </a:r>
          <a:endParaRPr lang="en-US" sz="2000" kern="1200"/>
        </a:p>
      </dsp:txBody>
      <dsp:txXfrm rot="10800000">
        <a:off x="3853559" y="1886762"/>
        <a:ext cx="1482768" cy="2257453"/>
      </dsp:txXfrm>
    </dsp:sp>
    <dsp:sp modelId="{4DD15D78-4799-46A7-9821-C96EE24A0E13}">
      <dsp:nvSpPr>
        <dsp:cNvPr id="0" name=""/>
        <dsp:cNvSpPr/>
      </dsp:nvSpPr>
      <dsp:spPr>
        <a:xfrm>
          <a:off x="5542911"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89049F-D4FC-4308-9A23-3B21D6667E51}">
      <dsp:nvSpPr>
        <dsp:cNvPr id="0" name=""/>
        <dsp:cNvSpPr/>
      </dsp:nvSpPr>
      <dsp:spPr>
        <a:xfrm rot="10800000">
          <a:off x="5542911"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s-MX" sz="2000" b="1" kern="1200" dirty="0"/>
            <a:t>PHP</a:t>
          </a:r>
          <a:endParaRPr lang="en-US" sz="2000" kern="1200" dirty="0"/>
        </a:p>
      </dsp:txBody>
      <dsp:txXfrm rot="10800000">
        <a:off x="5591500" y="1886762"/>
        <a:ext cx="1482768" cy="2257453"/>
      </dsp:txXfrm>
    </dsp:sp>
    <dsp:sp modelId="{3F3F0010-3137-44A7-9A92-FB8A0CAE845C}">
      <dsp:nvSpPr>
        <dsp:cNvPr id="0" name=""/>
        <dsp:cNvSpPr/>
      </dsp:nvSpPr>
      <dsp:spPr>
        <a:xfrm>
          <a:off x="7280852"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FF3758-6777-48AE-99C0-16293D4B6038}">
      <dsp:nvSpPr>
        <dsp:cNvPr id="0" name=""/>
        <dsp:cNvSpPr/>
      </dsp:nvSpPr>
      <dsp:spPr>
        <a:xfrm rot="10800000">
          <a:off x="7280852"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kern="1200" dirty="0"/>
            <a:t>Ruby</a:t>
          </a:r>
        </a:p>
      </dsp:txBody>
      <dsp:txXfrm rot="10800000">
        <a:off x="7329441" y="1886762"/>
        <a:ext cx="1482768" cy="2257453"/>
      </dsp:txXfrm>
    </dsp:sp>
    <dsp:sp modelId="{9DEE626D-B6BE-47E0-BC29-C2E1D7CF742A}">
      <dsp:nvSpPr>
        <dsp:cNvPr id="0" name=""/>
        <dsp:cNvSpPr/>
      </dsp:nvSpPr>
      <dsp:spPr>
        <a:xfrm>
          <a:off x="9018793" y="251568"/>
          <a:ext cx="1579946" cy="1383625"/>
        </a:xfrm>
        <a:prstGeom prst="roundRect">
          <a:avLst>
            <a:gd name="adj" fmla="val 1000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E4E069-DA93-472F-B611-83AD2B7B2A0A}">
      <dsp:nvSpPr>
        <dsp:cNvPr id="0" name=""/>
        <dsp:cNvSpPr/>
      </dsp:nvSpPr>
      <dsp:spPr>
        <a:xfrm rot="10800000">
          <a:off x="9018793" y="1886762"/>
          <a:ext cx="1579946" cy="2306042"/>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t" anchorCtr="0">
          <a:noAutofit/>
        </a:bodyPr>
        <a:lstStyle/>
        <a:p>
          <a:pPr marL="0" lvl="0" indent="0" algn="ctr" defTabSz="889000">
            <a:lnSpc>
              <a:spcPct val="90000"/>
            </a:lnSpc>
            <a:spcBef>
              <a:spcPct val="0"/>
            </a:spcBef>
            <a:spcAft>
              <a:spcPct val="35000"/>
            </a:spcAft>
            <a:buNone/>
          </a:pPr>
          <a:r>
            <a:rPr lang="en-US" sz="2000" kern="1200"/>
            <a:t>Go</a:t>
          </a:r>
          <a:endParaRPr lang="en-US" sz="2000" kern="1200" dirty="0"/>
        </a:p>
      </dsp:txBody>
      <dsp:txXfrm rot="10800000">
        <a:off x="9067382" y="1886762"/>
        <a:ext cx="1482768" cy="22574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2F8E2-84ED-4162-B3DE-11C0D2D1E1FB}">
      <dsp:nvSpPr>
        <dsp:cNvPr id="0" name=""/>
        <dsp:cNvSpPr/>
      </dsp:nvSpPr>
      <dsp:spPr>
        <a:xfrm>
          <a:off x="1489244" y="235957"/>
          <a:ext cx="1975421" cy="1661470"/>
        </a:xfrm>
        <a:prstGeom prst="rect">
          <a:avLst/>
        </a:prstGeom>
        <a:blipFill>
          <a:blip xmlns:r="http://schemas.openxmlformats.org/officeDocument/2006/relationships" r:embed="rId1"/>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8C0F16-2E55-4721-87B8-27B5691CDA8E}">
      <dsp:nvSpPr>
        <dsp:cNvPr id="0" name=""/>
        <dsp:cNvSpPr/>
      </dsp:nvSpPr>
      <dsp:spPr>
        <a:xfrm>
          <a:off x="753329" y="905832"/>
          <a:ext cx="1070608" cy="107060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MX" sz="2300" kern="1200" dirty="0"/>
            <a:t>Django</a:t>
          </a:r>
        </a:p>
      </dsp:txBody>
      <dsp:txXfrm>
        <a:off x="753329" y="905832"/>
        <a:ext cx="1070608" cy="1070608"/>
      </dsp:txXfrm>
    </dsp:sp>
    <dsp:sp modelId="{28CB8F19-5C82-4629-B7C5-140619AEDB50}">
      <dsp:nvSpPr>
        <dsp:cNvPr id="0" name=""/>
        <dsp:cNvSpPr/>
      </dsp:nvSpPr>
      <dsp:spPr>
        <a:xfrm>
          <a:off x="4547559" y="207379"/>
          <a:ext cx="1975421" cy="1661470"/>
        </a:xfrm>
        <a:prstGeom prst="rect">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B5D8D6-5D0C-43B2-8058-F93031E99746}">
      <dsp:nvSpPr>
        <dsp:cNvPr id="0" name=""/>
        <dsp:cNvSpPr/>
      </dsp:nvSpPr>
      <dsp:spPr>
        <a:xfrm>
          <a:off x="3811643" y="905832"/>
          <a:ext cx="1070608" cy="107060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s-MX" sz="2300" kern="1200" dirty="0"/>
        </a:p>
      </dsp:txBody>
      <dsp:txXfrm>
        <a:off x="3811643" y="905832"/>
        <a:ext cx="1070608" cy="1070608"/>
      </dsp:txXfrm>
    </dsp:sp>
    <dsp:sp modelId="{D6EBB463-D722-4806-8ECB-5A747231E313}">
      <dsp:nvSpPr>
        <dsp:cNvPr id="0" name=""/>
        <dsp:cNvSpPr/>
      </dsp:nvSpPr>
      <dsp:spPr>
        <a:xfrm>
          <a:off x="7605873" y="207379"/>
          <a:ext cx="1975421" cy="1661470"/>
        </a:xfrm>
        <a:prstGeom prst="rect">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2E5ECF-64E7-43D7-B2D2-D01451B06DEE}">
      <dsp:nvSpPr>
        <dsp:cNvPr id="0" name=""/>
        <dsp:cNvSpPr/>
      </dsp:nvSpPr>
      <dsp:spPr>
        <a:xfrm>
          <a:off x="6869958" y="905832"/>
          <a:ext cx="1070608" cy="107060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s-MX" sz="2300" kern="1200" dirty="0"/>
        </a:p>
      </dsp:txBody>
      <dsp:txXfrm>
        <a:off x="6869958" y="905832"/>
        <a:ext cx="1070608" cy="1070608"/>
      </dsp:txXfrm>
    </dsp:sp>
    <dsp:sp modelId="{5D57C48F-789C-4BEB-81D7-79591FC97C08}">
      <dsp:nvSpPr>
        <dsp:cNvPr id="0" name=""/>
        <dsp:cNvSpPr/>
      </dsp:nvSpPr>
      <dsp:spPr>
        <a:xfrm>
          <a:off x="4547559" y="2275701"/>
          <a:ext cx="1975421" cy="1661470"/>
        </a:xfrm>
        <a:prstGeom prst="rect">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50C222-642E-4750-8BF2-B2D33BB7A101}">
      <dsp:nvSpPr>
        <dsp:cNvPr id="0" name=""/>
        <dsp:cNvSpPr/>
      </dsp:nvSpPr>
      <dsp:spPr>
        <a:xfrm>
          <a:off x="3811643" y="2974154"/>
          <a:ext cx="1070608" cy="107060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s-MX" sz="2300" kern="1200" dirty="0"/>
        </a:p>
      </dsp:txBody>
      <dsp:txXfrm>
        <a:off x="3811643" y="2974154"/>
        <a:ext cx="1070608" cy="107060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7.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9.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10.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6B24E-F9E3-8991-4585-6190AC124CA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83AA7265-E494-C7B6-2B2E-0C2E31A865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1FFCDC8-59AD-885C-E65A-3619553ADFEC}"/>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597290B7-9985-9D5E-1C4A-70CCB4E7DFD1}"/>
              </a:ext>
            </a:extLst>
          </p:cNvPr>
          <p:cNvSpPr>
            <a:spLocks noGrp="1"/>
          </p:cNvSpPr>
          <p:nvPr>
            <p:ph type="ftr" sz="quarter" idx="11"/>
          </p:nvPr>
        </p:nvSpPr>
        <p:spPr/>
        <p:txBody>
          <a:bodyPr/>
          <a:lstStyle/>
          <a:p>
            <a:endParaRPr lang="en-US" sz="1000" dirty="0"/>
          </a:p>
        </p:txBody>
      </p:sp>
      <p:sp>
        <p:nvSpPr>
          <p:cNvPr id="6" name="Marcador de número de diapositiva 5">
            <a:extLst>
              <a:ext uri="{FF2B5EF4-FFF2-40B4-BE49-F238E27FC236}">
                <a16:creationId xmlns:a16="http://schemas.microsoft.com/office/drawing/2014/main" id="{1C3F4150-52B9-68A0-57B4-C8DBD8537BCF}"/>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3813132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C90B6-3565-DAA4-709A-86B5B69ACF1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F433E37-4CBE-91C3-206E-02F6DF0C16E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E310F45-A8B6-D811-0469-41DF7ACEE940}"/>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9A096C23-388D-7F1B-14D5-BD4C57181A9D}"/>
              </a:ext>
            </a:extLst>
          </p:cNvPr>
          <p:cNvSpPr>
            <a:spLocks noGrp="1"/>
          </p:cNvSpPr>
          <p:nvPr>
            <p:ph type="ftr" sz="quarter" idx="11"/>
          </p:nvPr>
        </p:nvSpPr>
        <p:spPr/>
        <p:txBody>
          <a:bodyPr/>
          <a:lstStyle/>
          <a:p>
            <a:endParaRPr lang="en-US" sz="1000" dirty="0"/>
          </a:p>
        </p:txBody>
      </p:sp>
      <p:sp>
        <p:nvSpPr>
          <p:cNvPr id="6" name="Marcador de número de diapositiva 5">
            <a:extLst>
              <a:ext uri="{FF2B5EF4-FFF2-40B4-BE49-F238E27FC236}">
                <a16:creationId xmlns:a16="http://schemas.microsoft.com/office/drawing/2014/main" id="{D34E762C-F6A7-DDD3-CDFC-24518BE5235A}"/>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2847702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A8777-ACCA-812C-40E8-0AA01424B9B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40F89EC-3130-701E-1C27-0FCA127B8E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2C4ED98-8A0D-B49C-FB96-3A71CD357F56}"/>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AA7D4D0A-B8CC-46EE-C39A-F89A300C4B67}"/>
              </a:ext>
            </a:extLst>
          </p:cNvPr>
          <p:cNvSpPr>
            <a:spLocks noGrp="1"/>
          </p:cNvSpPr>
          <p:nvPr>
            <p:ph type="ftr" sz="quarter" idx="11"/>
          </p:nvPr>
        </p:nvSpPr>
        <p:spPr/>
        <p:txBody>
          <a:bodyPr/>
          <a:lstStyle/>
          <a:p>
            <a:endParaRPr lang="en-US" sz="1000" dirty="0"/>
          </a:p>
        </p:txBody>
      </p:sp>
      <p:sp>
        <p:nvSpPr>
          <p:cNvPr id="6" name="Marcador de número de diapositiva 5">
            <a:extLst>
              <a:ext uri="{FF2B5EF4-FFF2-40B4-BE49-F238E27FC236}">
                <a16:creationId xmlns:a16="http://schemas.microsoft.com/office/drawing/2014/main" id="{8104445C-50B8-DB35-D54B-1E4D4B57ABD6}"/>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4019730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F37CF8-902B-7EF4-B9FC-DF66EB0BCAE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8A91390-684A-43C0-0FC5-D875854C8D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543F1AE-7803-5BCF-1EA1-1AB3FBB3DA4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69C2F88-B88B-4D59-1836-78C21CDD508A}"/>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6" name="Marcador de pie de página 5">
            <a:extLst>
              <a:ext uri="{FF2B5EF4-FFF2-40B4-BE49-F238E27FC236}">
                <a16:creationId xmlns:a16="http://schemas.microsoft.com/office/drawing/2014/main" id="{6DCCE835-DC8C-15FC-181E-9826091EBA3B}"/>
              </a:ext>
            </a:extLst>
          </p:cNvPr>
          <p:cNvSpPr>
            <a:spLocks noGrp="1"/>
          </p:cNvSpPr>
          <p:nvPr>
            <p:ph type="ftr" sz="quarter" idx="11"/>
          </p:nvPr>
        </p:nvSpPr>
        <p:spPr/>
        <p:txBody>
          <a:bodyPr/>
          <a:lstStyle/>
          <a:p>
            <a:endParaRPr lang="en-US" sz="1000" dirty="0"/>
          </a:p>
        </p:txBody>
      </p:sp>
      <p:sp>
        <p:nvSpPr>
          <p:cNvPr id="7" name="Marcador de número de diapositiva 6">
            <a:extLst>
              <a:ext uri="{FF2B5EF4-FFF2-40B4-BE49-F238E27FC236}">
                <a16:creationId xmlns:a16="http://schemas.microsoft.com/office/drawing/2014/main" id="{5F2C7FB7-D89C-4C94-3B0A-661ABDED8170}"/>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160284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C84070-3D23-7754-D1CA-08AC384684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C50301F-FCDF-F53F-0A54-2DC8AAC4AA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98A1C19-8837-E978-E9DD-1E0394D571D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44A3E71-B037-4CD5-F1AE-39292896A4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3D3DB4F-F04A-E77B-9321-8716555B19A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B8141EF-6AFB-EFD9-3621-7B5919E8CEB8}"/>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8" name="Marcador de pie de página 7">
            <a:extLst>
              <a:ext uri="{FF2B5EF4-FFF2-40B4-BE49-F238E27FC236}">
                <a16:creationId xmlns:a16="http://schemas.microsoft.com/office/drawing/2014/main" id="{21E0922D-8DB2-4A34-972B-C9CB0AE6451C}"/>
              </a:ext>
            </a:extLst>
          </p:cNvPr>
          <p:cNvSpPr>
            <a:spLocks noGrp="1"/>
          </p:cNvSpPr>
          <p:nvPr>
            <p:ph type="ftr" sz="quarter" idx="11"/>
          </p:nvPr>
        </p:nvSpPr>
        <p:spPr/>
        <p:txBody>
          <a:bodyPr/>
          <a:lstStyle/>
          <a:p>
            <a:endParaRPr lang="en-US" sz="1000" dirty="0"/>
          </a:p>
        </p:txBody>
      </p:sp>
      <p:sp>
        <p:nvSpPr>
          <p:cNvPr id="9" name="Marcador de número de diapositiva 8">
            <a:extLst>
              <a:ext uri="{FF2B5EF4-FFF2-40B4-BE49-F238E27FC236}">
                <a16:creationId xmlns:a16="http://schemas.microsoft.com/office/drawing/2014/main" id="{1707D42B-28BB-11D2-5127-378761812D4F}"/>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24334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ABAAF-2767-E9E0-864F-2CCCD219255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3EBF4DC-DA7B-B0A8-3FE5-91E08C458552}"/>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4" name="Marcador de pie de página 3">
            <a:extLst>
              <a:ext uri="{FF2B5EF4-FFF2-40B4-BE49-F238E27FC236}">
                <a16:creationId xmlns:a16="http://schemas.microsoft.com/office/drawing/2014/main" id="{6024CF0E-7933-990A-DF16-30165F4A12CC}"/>
              </a:ext>
            </a:extLst>
          </p:cNvPr>
          <p:cNvSpPr>
            <a:spLocks noGrp="1"/>
          </p:cNvSpPr>
          <p:nvPr>
            <p:ph type="ftr" sz="quarter" idx="11"/>
          </p:nvPr>
        </p:nvSpPr>
        <p:spPr/>
        <p:txBody>
          <a:bodyPr/>
          <a:lstStyle/>
          <a:p>
            <a:endParaRPr lang="en-US" sz="1000" dirty="0"/>
          </a:p>
        </p:txBody>
      </p:sp>
      <p:sp>
        <p:nvSpPr>
          <p:cNvPr id="5" name="Marcador de número de diapositiva 4">
            <a:extLst>
              <a:ext uri="{FF2B5EF4-FFF2-40B4-BE49-F238E27FC236}">
                <a16:creationId xmlns:a16="http://schemas.microsoft.com/office/drawing/2014/main" id="{D367D74F-B6C2-4263-DC4B-87B3E5A2CFB6}"/>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778958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CB9A326-0082-697B-7436-9B54F7B706BF}"/>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3" name="Marcador de pie de página 2">
            <a:extLst>
              <a:ext uri="{FF2B5EF4-FFF2-40B4-BE49-F238E27FC236}">
                <a16:creationId xmlns:a16="http://schemas.microsoft.com/office/drawing/2014/main" id="{42204BFB-5A0B-ECDF-16F8-265A02EC72C2}"/>
              </a:ext>
            </a:extLst>
          </p:cNvPr>
          <p:cNvSpPr>
            <a:spLocks noGrp="1"/>
          </p:cNvSpPr>
          <p:nvPr>
            <p:ph type="ftr" sz="quarter" idx="11"/>
          </p:nvPr>
        </p:nvSpPr>
        <p:spPr/>
        <p:txBody>
          <a:bodyPr/>
          <a:lstStyle/>
          <a:p>
            <a:endParaRPr lang="en-US" sz="1000" dirty="0"/>
          </a:p>
        </p:txBody>
      </p:sp>
      <p:sp>
        <p:nvSpPr>
          <p:cNvPr id="4" name="Marcador de número de diapositiva 3">
            <a:extLst>
              <a:ext uri="{FF2B5EF4-FFF2-40B4-BE49-F238E27FC236}">
                <a16:creationId xmlns:a16="http://schemas.microsoft.com/office/drawing/2014/main" id="{ADAFCF02-4A3A-0417-16D8-5B49A24FC7F3}"/>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2707976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92826F-5425-4716-B753-76774739DB7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A8662D7-B249-2E6D-2E3B-94B992292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D50C347-40A5-831A-1C69-4A9EEACEF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93C704-F61F-7705-E598-74B306651280}"/>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6" name="Marcador de pie de página 5">
            <a:extLst>
              <a:ext uri="{FF2B5EF4-FFF2-40B4-BE49-F238E27FC236}">
                <a16:creationId xmlns:a16="http://schemas.microsoft.com/office/drawing/2014/main" id="{2C2BBB2D-8E58-FCE9-6CCB-F543FB34464B}"/>
              </a:ext>
            </a:extLst>
          </p:cNvPr>
          <p:cNvSpPr>
            <a:spLocks noGrp="1"/>
          </p:cNvSpPr>
          <p:nvPr>
            <p:ph type="ftr" sz="quarter" idx="11"/>
          </p:nvPr>
        </p:nvSpPr>
        <p:spPr/>
        <p:txBody>
          <a:bodyPr/>
          <a:lstStyle/>
          <a:p>
            <a:endParaRPr lang="en-US" sz="1000" dirty="0"/>
          </a:p>
        </p:txBody>
      </p:sp>
      <p:sp>
        <p:nvSpPr>
          <p:cNvPr id="7" name="Marcador de número de diapositiva 6">
            <a:extLst>
              <a:ext uri="{FF2B5EF4-FFF2-40B4-BE49-F238E27FC236}">
                <a16:creationId xmlns:a16="http://schemas.microsoft.com/office/drawing/2014/main" id="{6DD8122A-831F-BB46-975A-C509C96E08DC}"/>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75561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97D274-11B6-9C6B-8EA9-4E74DC08305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D82B473-977D-D61C-44E6-4267DA9011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77BCACB-5BE7-BEF6-07BB-81BFA0D3C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F0F1CD-28A5-C260-4DD0-5AF957D1649D}"/>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6" name="Marcador de pie de página 5">
            <a:extLst>
              <a:ext uri="{FF2B5EF4-FFF2-40B4-BE49-F238E27FC236}">
                <a16:creationId xmlns:a16="http://schemas.microsoft.com/office/drawing/2014/main" id="{643C8B46-0445-D1EC-9B28-54B8E366D44A}"/>
              </a:ext>
            </a:extLst>
          </p:cNvPr>
          <p:cNvSpPr>
            <a:spLocks noGrp="1"/>
          </p:cNvSpPr>
          <p:nvPr>
            <p:ph type="ftr" sz="quarter" idx="11"/>
          </p:nvPr>
        </p:nvSpPr>
        <p:spPr/>
        <p:txBody>
          <a:bodyPr/>
          <a:lstStyle/>
          <a:p>
            <a:endParaRPr lang="en-US" sz="1000" dirty="0"/>
          </a:p>
        </p:txBody>
      </p:sp>
      <p:sp>
        <p:nvSpPr>
          <p:cNvPr id="7" name="Marcador de número de diapositiva 6">
            <a:extLst>
              <a:ext uri="{FF2B5EF4-FFF2-40B4-BE49-F238E27FC236}">
                <a16:creationId xmlns:a16="http://schemas.microsoft.com/office/drawing/2014/main" id="{42A15960-0C96-9DB3-5E5A-F7024862C6C2}"/>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345844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6CBC0-EAA7-0DC2-1774-937E39D1315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C1B1121-CEB0-185E-646F-97952459D9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9EB8D73-99F9-F569-BF13-774F2149E003}"/>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1F90767E-8699-CA23-CF93-287BCF23452C}"/>
              </a:ext>
            </a:extLst>
          </p:cNvPr>
          <p:cNvSpPr>
            <a:spLocks noGrp="1"/>
          </p:cNvSpPr>
          <p:nvPr>
            <p:ph type="ftr" sz="quarter" idx="11"/>
          </p:nvPr>
        </p:nvSpPr>
        <p:spPr/>
        <p:txBody>
          <a:bodyPr/>
          <a:lstStyle/>
          <a:p>
            <a:endParaRPr lang="en-US" sz="1000" dirty="0"/>
          </a:p>
        </p:txBody>
      </p:sp>
      <p:sp>
        <p:nvSpPr>
          <p:cNvPr id="6" name="Marcador de número de diapositiva 5">
            <a:extLst>
              <a:ext uri="{FF2B5EF4-FFF2-40B4-BE49-F238E27FC236}">
                <a16:creationId xmlns:a16="http://schemas.microsoft.com/office/drawing/2014/main" id="{E78FF086-CCA9-F581-7A91-119FAE2305EA}"/>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3828529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34BD772-FFC3-89CD-C876-BC3FFADCE47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627C79E-405C-7EE5-AECC-2DC7CB9F821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20BAA17-9DBB-368F-38D6-97C678B41AB8}"/>
              </a:ext>
            </a:extLst>
          </p:cNvPr>
          <p:cNvSpPr>
            <a:spLocks noGrp="1"/>
          </p:cNvSpPr>
          <p:nvPr>
            <p:ph type="dt" sz="half" idx="10"/>
          </p:nvPr>
        </p:nvSpPr>
        <p:spPr/>
        <p:txBody>
          <a:body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A8455910-8D5E-5C7D-A39C-B4E73A05C90F}"/>
              </a:ext>
            </a:extLst>
          </p:cNvPr>
          <p:cNvSpPr>
            <a:spLocks noGrp="1"/>
          </p:cNvSpPr>
          <p:nvPr>
            <p:ph type="ftr" sz="quarter" idx="11"/>
          </p:nvPr>
        </p:nvSpPr>
        <p:spPr/>
        <p:txBody>
          <a:bodyPr/>
          <a:lstStyle/>
          <a:p>
            <a:endParaRPr lang="en-US" sz="1000" dirty="0"/>
          </a:p>
        </p:txBody>
      </p:sp>
      <p:sp>
        <p:nvSpPr>
          <p:cNvPr id="6" name="Marcador de número de diapositiva 5">
            <a:extLst>
              <a:ext uri="{FF2B5EF4-FFF2-40B4-BE49-F238E27FC236}">
                <a16:creationId xmlns:a16="http://schemas.microsoft.com/office/drawing/2014/main" id="{0FAB4C87-ADCB-7EBA-4736-F3FF7E7A170B}"/>
              </a:ext>
            </a:extLst>
          </p:cNvPr>
          <p:cNvSpPr>
            <a:spLocks noGrp="1"/>
          </p:cNvSpPr>
          <p:nvPr>
            <p:ph type="sldNum" sz="quarter" idx="12"/>
          </p:nvPr>
        </p:nvSpPr>
        <p:spPr/>
        <p:txBody>
          <a:body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399641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81C22AF-B571-66B7-44BB-504B7EFB38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FA3FCD0-DCFD-9A3F-1958-85D93FF3C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A9CF691-0241-CC0B-AF4D-39D5998371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lgn="r"/>
            <a:fld id="{7CF0BCE0-945C-4FDF-95A1-2149B1FF5B83}" type="datetimeFigureOut">
              <a:rPr lang="en-US" smtClean="0"/>
              <a:pPr algn="r"/>
              <a:t>10/16/2025</a:t>
            </a:fld>
            <a:endParaRPr lang="en-US" dirty="0"/>
          </a:p>
        </p:txBody>
      </p:sp>
      <p:sp>
        <p:nvSpPr>
          <p:cNvPr id="5" name="Marcador de pie de página 4">
            <a:extLst>
              <a:ext uri="{FF2B5EF4-FFF2-40B4-BE49-F238E27FC236}">
                <a16:creationId xmlns:a16="http://schemas.microsoft.com/office/drawing/2014/main" id="{44B0172B-47D9-2D76-7A9D-3A8FE26A6C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sz="1000" dirty="0"/>
          </a:p>
        </p:txBody>
      </p:sp>
      <p:sp>
        <p:nvSpPr>
          <p:cNvPr id="6" name="Marcador de número de diapositiva 5">
            <a:extLst>
              <a:ext uri="{FF2B5EF4-FFF2-40B4-BE49-F238E27FC236}">
                <a16:creationId xmlns:a16="http://schemas.microsoft.com/office/drawing/2014/main" id="{84CB91EF-3776-EA25-A0AD-4360C19D00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D77608-3819-479B-BB98-C216BA724EFE}" type="slidenum">
              <a:rPr lang="en-US" smtClean="0"/>
              <a:pPr/>
              <a:t>‹Nº›</a:t>
            </a:fld>
            <a:endParaRPr lang="en-US" sz="1000" dirty="0"/>
          </a:p>
        </p:txBody>
      </p:sp>
    </p:spTree>
    <p:extLst>
      <p:ext uri="{BB962C8B-B14F-4D97-AF65-F5344CB8AC3E}">
        <p14:creationId xmlns:p14="http://schemas.microsoft.com/office/powerpoint/2010/main" val="524880840"/>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2.xml"/><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image" Target="../media/image12.png"/><Relationship Id="rId5" Type="http://schemas.openxmlformats.org/officeDocument/2006/relationships/diagramColors" Target="../diagrams/colors2.xml"/><Relationship Id="rId10" Type="http://schemas.openxmlformats.org/officeDocument/2006/relationships/image" Target="../media/image11.png"/><Relationship Id="rId4" Type="http://schemas.openxmlformats.org/officeDocument/2006/relationships/diagramQuickStyle" Target="../diagrams/quickStyle2.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29" name="Rectangle 212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Rectangle 2126">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472D3A6-BA7F-65E4-AE05-DAB43BE87017}"/>
              </a:ext>
            </a:extLst>
          </p:cNvPr>
          <p:cNvSpPr>
            <a:spLocks noGrp="1"/>
          </p:cNvSpPr>
          <p:nvPr>
            <p:ph type="ctrTitle"/>
          </p:nvPr>
        </p:nvSpPr>
        <p:spPr>
          <a:xfrm>
            <a:off x="1255060" y="5279511"/>
            <a:ext cx="9681882" cy="739880"/>
          </a:xfrm>
        </p:spPr>
        <p:txBody>
          <a:bodyPr anchor="b">
            <a:normAutofit/>
          </a:bodyPr>
          <a:lstStyle/>
          <a:p>
            <a:r>
              <a:rPr lang="es-MX" sz="3600" dirty="0">
                <a:solidFill>
                  <a:schemeClr val="tx1">
                    <a:lumMod val="85000"/>
                    <a:lumOff val="15000"/>
                  </a:schemeClr>
                </a:solidFill>
              </a:rPr>
              <a:t>Interfaces Gráficas (GUI)</a:t>
            </a:r>
          </a:p>
        </p:txBody>
      </p:sp>
      <p:sp>
        <p:nvSpPr>
          <p:cNvPr id="3" name="Subtítulo 2">
            <a:extLst>
              <a:ext uri="{FF2B5EF4-FFF2-40B4-BE49-F238E27FC236}">
                <a16:creationId xmlns:a16="http://schemas.microsoft.com/office/drawing/2014/main" id="{4D44FA14-59DA-E3C2-745B-6E73A428E7B4}"/>
              </a:ext>
            </a:extLst>
          </p:cNvPr>
          <p:cNvSpPr>
            <a:spLocks noGrp="1"/>
          </p:cNvSpPr>
          <p:nvPr>
            <p:ph type="subTitle" idx="1"/>
          </p:nvPr>
        </p:nvSpPr>
        <p:spPr>
          <a:xfrm>
            <a:off x="2369297" y="5886124"/>
            <a:ext cx="7315199" cy="365125"/>
          </a:xfrm>
        </p:spPr>
        <p:txBody>
          <a:bodyPr anchor="t">
            <a:noAutofit/>
          </a:bodyPr>
          <a:lstStyle/>
          <a:p>
            <a:r>
              <a:rPr lang="es-MX" sz="1400" dirty="0">
                <a:solidFill>
                  <a:schemeClr val="tx1">
                    <a:lumMod val="85000"/>
                    <a:lumOff val="15000"/>
                  </a:schemeClr>
                </a:solidFill>
              </a:rPr>
              <a:t>Grupo 2 – Programación 1</a:t>
            </a:r>
          </a:p>
          <a:p>
            <a:endParaRPr lang="es-MX" sz="1400" dirty="0">
              <a:solidFill>
                <a:schemeClr val="tx1">
                  <a:lumMod val="85000"/>
                  <a:lumOff val="15000"/>
                </a:schemeClr>
              </a:solidFill>
            </a:endParaRPr>
          </a:p>
          <a:p>
            <a:r>
              <a:rPr lang="es-MX" sz="1400" dirty="0">
                <a:solidFill>
                  <a:schemeClr val="tx1">
                    <a:lumMod val="85000"/>
                    <a:lumOff val="15000"/>
                  </a:schemeClr>
                </a:solidFill>
              </a:rPr>
              <a:t>Ricardo y Carlos</a:t>
            </a:r>
          </a:p>
        </p:txBody>
      </p:sp>
      <p:pic>
        <p:nvPicPr>
          <p:cNvPr id="8" name="Imagen 7">
            <a:extLst>
              <a:ext uri="{FF2B5EF4-FFF2-40B4-BE49-F238E27FC236}">
                <a16:creationId xmlns:a16="http://schemas.microsoft.com/office/drawing/2014/main" id="{BB26D1F5-53EB-9B6B-B504-D7AA609BE0DB}"/>
              </a:ext>
            </a:extLst>
          </p:cNvPr>
          <p:cNvPicPr>
            <a:picLocks noChangeAspect="1"/>
          </p:cNvPicPr>
          <p:nvPr/>
        </p:nvPicPr>
        <p:blipFill>
          <a:blip r:embed="rId2"/>
          <a:srcRect t="4321" b="13497"/>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370119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5" name="Rectangle 105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5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455C770-7F9A-9F1C-9781-28EED568F603}"/>
              </a:ext>
            </a:extLst>
          </p:cNvPr>
          <p:cNvSpPr>
            <a:spLocks noGrp="1"/>
          </p:cNvSpPr>
          <p:nvPr>
            <p:ph type="title"/>
          </p:nvPr>
        </p:nvSpPr>
        <p:spPr>
          <a:xfrm>
            <a:off x="1371597" y="348865"/>
            <a:ext cx="10044023" cy="877729"/>
          </a:xfrm>
        </p:spPr>
        <p:txBody>
          <a:bodyPr anchor="ctr">
            <a:normAutofit/>
          </a:bodyPr>
          <a:lstStyle/>
          <a:p>
            <a:r>
              <a:rPr lang="es-MX" sz="4000">
                <a:solidFill>
                  <a:srgbClr val="FFFFFF"/>
                </a:solidFill>
              </a:rPr>
              <a:t>¿Qué es una interfaz gráfica de usuario? (GUI)</a:t>
            </a:r>
          </a:p>
        </p:txBody>
      </p:sp>
      <p:graphicFrame>
        <p:nvGraphicFramePr>
          <p:cNvPr id="1069" name="Marcador de contenido 2">
            <a:extLst>
              <a:ext uri="{FF2B5EF4-FFF2-40B4-BE49-F238E27FC236}">
                <a16:creationId xmlns:a16="http://schemas.microsoft.com/office/drawing/2014/main" id="{1300519E-3F9A-E3D2-9B14-EDBCEC3EA60E}"/>
              </a:ext>
            </a:extLst>
          </p:cNvPr>
          <p:cNvGraphicFramePr>
            <a:graphicFrameLocks noGrp="1"/>
          </p:cNvGraphicFramePr>
          <p:nvPr>
            <p:ph idx="1"/>
            <p:extLst>
              <p:ext uri="{D42A27DB-BD31-4B8C-83A1-F6EECF244321}">
                <p14:modId xmlns:p14="http://schemas.microsoft.com/office/powerpoint/2010/main" val="255884230"/>
              </p:ext>
            </p:extLst>
          </p:nvPr>
        </p:nvGraphicFramePr>
        <p:xfrm>
          <a:off x="603504" y="2478024"/>
          <a:ext cx="10968381" cy="3827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609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F6D7DAE-3913-8D57-D639-B91DB828A0A5}"/>
              </a:ext>
            </a:extLst>
          </p:cNvPr>
          <p:cNvSpPr>
            <a:spLocks noGrp="1"/>
          </p:cNvSpPr>
          <p:nvPr>
            <p:ph type="title"/>
          </p:nvPr>
        </p:nvSpPr>
        <p:spPr>
          <a:xfrm>
            <a:off x="1371597" y="348865"/>
            <a:ext cx="10044023" cy="877729"/>
          </a:xfrm>
        </p:spPr>
        <p:txBody>
          <a:bodyPr anchor="ctr">
            <a:normAutofit/>
          </a:bodyPr>
          <a:lstStyle/>
          <a:p>
            <a:r>
              <a:rPr lang="es-ES" sz="4000" dirty="0">
                <a:solidFill>
                  <a:srgbClr val="FFFFFF"/>
                </a:solidFill>
              </a:rPr>
              <a:t>Breve Historia de las </a:t>
            </a:r>
            <a:r>
              <a:rPr lang="es-ES" sz="4000" dirty="0" err="1">
                <a:solidFill>
                  <a:srgbClr val="FFFFFF"/>
                </a:solidFill>
              </a:rPr>
              <a:t>GUIs</a:t>
            </a:r>
            <a:endParaRPr lang="es-MX" sz="4000" dirty="0">
              <a:solidFill>
                <a:schemeClr val="bg1"/>
              </a:solidFill>
            </a:endParaRPr>
          </a:p>
        </p:txBody>
      </p:sp>
      <p:graphicFrame>
        <p:nvGraphicFramePr>
          <p:cNvPr id="6" name="Rectangle 1">
            <a:extLst>
              <a:ext uri="{FF2B5EF4-FFF2-40B4-BE49-F238E27FC236}">
                <a16:creationId xmlns:a16="http://schemas.microsoft.com/office/drawing/2014/main" id="{D22A2924-DF6D-946D-3F7F-2293450FD96C}"/>
              </a:ext>
            </a:extLst>
          </p:cNvPr>
          <p:cNvGraphicFramePr>
            <a:graphicFrameLocks noGrp="1"/>
          </p:cNvGraphicFramePr>
          <p:nvPr>
            <p:ph idx="1"/>
            <p:extLst>
              <p:ext uri="{D42A27DB-BD31-4B8C-83A1-F6EECF244321}">
                <p14:modId xmlns:p14="http://schemas.microsoft.com/office/powerpoint/2010/main" val="146797789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03D0F9C7-C5CD-7520-17B8-7287002AD36A}"/>
              </a:ext>
            </a:extLst>
          </p:cNvPr>
          <p:cNvPicPr>
            <a:picLocks noChangeAspect="1"/>
          </p:cNvPicPr>
          <p:nvPr/>
        </p:nvPicPr>
        <p:blipFill>
          <a:blip r:embed="rId7"/>
          <a:stretch>
            <a:fillRect/>
          </a:stretch>
        </p:blipFill>
        <p:spPr>
          <a:xfrm>
            <a:off x="1444749" y="1594790"/>
            <a:ext cx="1507157" cy="1035578"/>
          </a:xfrm>
          <a:prstGeom prst="ellipse">
            <a:avLst/>
          </a:prstGeom>
          <a:ln>
            <a:noFill/>
          </a:ln>
          <a:effectLst>
            <a:softEdge rad="112500"/>
          </a:effectLst>
        </p:spPr>
      </p:pic>
      <p:pic>
        <p:nvPicPr>
          <p:cNvPr id="9" name="Imagen 8">
            <a:extLst>
              <a:ext uri="{FF2B5EF4-FFF2-40B4-BE49-F238E27FC236}">
                <a16:creationId xmlns:a16="http://schemas.microsoft.com/office/drawing/2014/main" id="{9CBC57B5-558C-DEB6-A3E2-7C42C738A189}"/>
              </a:ext>
            </a:extLst>
          </p:cNvPr>
          <p:cNvPicPr>
            <a:picLocks noChangeAspect="1"/>
          </p:cNvPicPr>
          <p:nvPr/>
        </p:nvPicPr>
        <p:blipFill>
          <a:blip r:embed="rId8"/>
          <a:stretch>
            <a:fillRect/>
          </a:stretch>
        </p:blipFill>
        <p:spPr>
          <a:xfrm>
            <a:off x="3434869" y="5689885"/>
            <a:ext cx="1518465" cy="1009297"/>
          </a:xfrm>
          <a:prstGeom prst="ellipse">
            <a:avLst/>
          </a:prstGeom>
          <a:ln>
            <a:noFill/>
          </a:ln>
          <a:effectLst>
            <a:softEdge rad="112500"/>
          </a:effectLst>
        </p:spPr>
      </p:pic>
      <p:pic>
        <p:nvPicPr>
          <p:cNvPr id="15" name="Imagen 14">
            <a:extLst>
              <a:ext uri="{FF2B5EF4-FFF2-40B4-BE49-F238E27FC236}">
                <a16:creationId xmlns:a16="http://schemas.microsoft.com/office/drawing/2014/main" id="{6BB711DD-C353-305C-5037-6C665D635CC3}"/>
              </a:ext>
            </a:extLst>
          </p:cNvPr>
          <p:cNvPicPr>
            <a:picLocks noChangeAspect="1"/>
          </p:cNvPicPr>
          <p:nvPr/>
        </p:nvPicPr>
        <p:blipFill>
          <a:blip r:embed="rId9"/>
          <a:stretch>
            <a:fillRect/>
          </a:stretch>
        </p:blipFill>
        <p:spPr>
          <a:xfrm>
            <a:off x="5285669" y="1643113"/>
            <a:ext cx="1620661" cy="1053430"/>
          </a:xfrm>
          <a:prstGeom prst="ellipse">
            <a:avLst/>
          </a:prstGeom>
          <a:ln>
            <a:noFill/>
          </a:ln>
          <a:effectLst>
            <a:softEdge rad="112500"/>
          </a:effectLst>
        </p:spPr>
      </p:pic>
      <p:pic>
        <p:nvPicPr>
          <p:cNvPr id="28" name="Imagen 27">
            <a:extLst>
              <a:ext uri="{FF2B5EF4-FFF2-40B4-BE49-F238E27FC236}">
                <a16:creationId xmlns:a16="http://schemas.microsoft.com/office/drawing/2014/main" id="{F083EFE4-EEC0-BF88-C1A5-B11E5CFDBC74}"/>
              </a:ext>
            </a:extLst>
          </p:cNvPr>
          <p:cNvPicPr>
            <a:picLocks noChangeAspect="1"/>
          </p:cNvPicPr>
          <p:nvPr/>
        </p:nvPicPr>
        <p:blipFill>
          <a:blip r:embed="rId10"/>
          <a:stretch>
            <a:fillRect/>
          </a:stretch>
        </p:blipFill>
        <p:spPr>
          <a:xfrm>
            <a:off x="7218223" y="5810466"/>
            <a:ext cx="1354444" cy="1012707"/>
          </a:xfrm>
          <a:prstGeom prst="ellipse">
            <a:avLst/>
          </a:prstGeom>
          <a:ln>
            <a:noFill/>
          </a:ln>
          <a:effectLst>
            <a:softEdge rad="112500"/>
          </a:effectLst>
        </p:spPr>
      </p:pic>
      <p:pic>
        <p:nvPicPr>
          <p:cNvPr id="30" name="Imagen 29">
            <a:extLst>
              <a:ext uri="{FF2B5EF4-FFF2-40B4-BE49-F238E27FC236}">
                <a16:creationId xmlns:a16="http://schemas.microsoft.com/office/drawing/2014/main" id="{9B618A2C-8E25-BC5C-35BE-1C9957EA1D3D}"/>
              </a:ext>
            </a:extLst>
          </p:cNvPr>
          <p:cNvPicPr>
            <a:picLocks noChangeAspect="1"/>
          </p:cNvPicPr>
          <p:nvPr/>
        </p:nvPicPr>
        <p:blipFill>
          <a:blip r:embed="rId11"/>
          <a:stretch>
            <a:fillRect/>
          </a:stretch>
        </p:blipFill>
        <p:spPr>
          <a:xfrm>
            <a:off x="8727153" y="1652855"/>
            <a:ext cx="1023908" cy="1059835"/>
          </a:xfrm>
          <a:prstGeom prst="ellipse">
            <a:avLst/>
          </a:prstGeom>
          <a:ln>
            <a:noFill/>
          </a:ln>
          <a:effectLst>
            <a:softEdge rad="112500"/>
          </a:effectLst>
        </p:spPr>
      </p:pic>
      <p:pic>
        <p:nvPicPr>
          <p:cNvPr id="32" name="Imagen 31">
            <a:extLst>
              <a:ext uri="{FF2B5EF4-FFF2-40B4-BE49-F238E27FC236}">
                <a16:creationId xmlns:a16="http://schemas.microsoft.com/office/drawing/2014/main" id="{D8649709-8A85-FAD2-B8AE-6522B915E860}"/>
              </a:ext>
            </a:extLst>
          </p:cNvPr>
          <p:cNvPicPr>
            <a:picLocks noChangeAspect="1"/>
          </p:cNvPicPr>
          <p:nvPr/>
        </p:nvPicPr>
        <p:blipFill>
          <a:blip r:embed="rId12"/>
          <a:stretch>
            <a:fillRect/>
          </a:stretch>
        </p:blipFill>
        <p:spPr>
          <a:xfrm>
            <a:off x="10053534" y="1705542"/>
            <a:ext cx="1215878" cy="928572"/>
          </a:xfrm>
          <a:prstGeom prst="ellipse">
            <a:avLst/>
          </a:prstGeom>
          <a:ln>
            <a:noFill/>
          </a:ln>
          <a:effectLst>
            <a:softEdge rad="112500"/>
          </a:effectLst>
        </p:spPr>
      </p:pic>
    </p:spTree>
    <p:extLst>
      <p:ext uri="{BB962C8B-B14F-4D97-AF65-F5344CB8AC3E}">
        <p14:creationId xmlns:p14="http://schemas.microsoft.com/office/powerpoint/2010/main" val="1419264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049931-CF46-F45E-6D88-234245C815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Tipos de Interfaces de Usuario</a:t>
            </a:r>
          </a:p>
        </p:txBody>
      </p:sp>
      <p:graphicFrame>
        <p:nvGraphicFramePr>
          <p:cNvPr id="4" name="Tabla 3">
            <a:extLst>
              <a:ext uri="{FF2B5EF4-FFF2-40B4-BE49-F238E27FC236}">
                <a16:creationId xmlns:a16="http://schemas.microsoft.com/office/drawing/2014/main" id="{DF3B1D0A-EB52-12FB-C708-7299B7F96463}"/>
              </a:ext>
            </a:extLst>
          </p:cNvPr>
          <p:cNvGraphicFramePr>
            <a:graphicFrameLocks noGrp="1"/>
          </p:cNvGraphicFramePr>
          <p:nvPr>
            <p:extLst>
              <p:ext uri="{D42A27DB-BD31-4B8C-83A1-F6EECF244321}">
                <p14:modId xmlns:p14="http://schemas.microsoft.com/office/powerpoint/2010/main" val="3374873725"/>
              </p:ext>
            </p:extLst>
          </p:nvPr>
        </p:nvGraphicFramePr>
        <p:xfrm>
          <a:off x="1124382" y="1966293"/>
          <a:ext cx="9943235" cy="4452164"/>
        </p:xfrm>
        <a:graphic>
          <a:graphicData uri="http://schemas.openxmlformats.org/drawingml/2006/table">
            <a:tbl>
              <a:tblPr firstRow="1" bandRow="1">
                <a:tableStyleId>{5C22544A-7EE6-4342-B048-85BDC9FD1C3A}</a:tableStyleId>
              </a:tblPr>
              <a:tblGrid>
                <a:gridCol w="1800281">
                  <a:extLst>
                    <a:ext uri="{9D8B030D-6E8A-4147-A177-3AD203B41FA5}">
                      <a16:colId xmlns:a16="http://schemas.microsoft.com/office/drawing/2014/main" val="4085534661"/>
                    </a:ext>
                  </a:extLst>
                </a:gridCol>
                <a:gridCol w="4071477">
                  <a:extLst>
                    <a:ext uri="{9D8B030D-6E8A-4147-A177-3AD203B41FA5}">
                      <a16:colId xmlns:a16="http://schemas.microsoft.com/office/drawing/2014/main" val="3954787422"/>
                    </a:ext>
                  </a:extLst>
                </a:gridCol>
                <a:gridCol w="4071477">
                  <a:extLst>
                    <a:ext uri="{9D8B030D-6E8A-4147-A177-3AD203B41FA5}">
                      <a16:colId xmlns:a16="http://schemas.microsoft.com/office/drawing/2014/main" val="3866286141"/>
                    </a:ext>
                  </a:extLst>
                </a:gridCol>
              </a:tblGrid>
              <a:tr h="604615">
                <a:tc>
                  <a:txBody>
                    <a:bodyPr/>
                    <a:lstStyle/>
                    <a:p>
                      <a:r>
                        <a:rPr lang="es-MX" sz="2700"/>
                        <a:t>Tipo</a:t>
                      </a:r>
                    </a:p>
                  </a:txBody>
                  <a:tcPr marL="137412" marR="137412" marT="68706" marB="68706"/>
                </a:tc>
                <a:tc>
                  <a:txBody>
                    <a:bodyPr/>
                    <a:lstStyle/>
                    <a:p>
                      <a:r>
                        <a:rPr lang="es-MX" sz="2700"/>
                        <a:t>Descripción</a:t>
                      </a:r>
                    </a:p>
                  </a:txBody>
                  <a:tcPr marL="137412" marR="137412" marT="68706" marB="68706"/>
                </a:tc>
                <a:tc>
                  <a:txBody>
                    <a:bodyPr/>
                    <a:lstStyle/>
                    <a:p>
                      <a:r>
                        <a:rPr lang="es-MX" sz="2700"/>
                        <a:t>Ejemplo</a:t>
                      </a:r>
                    </a:p>
                  </a:txBody>
                  <a:tcPr marL="137412" marR="137412" marT="68706" marB="68706"/>
                </a:tc>
                <a:extLst>
                  <a:ext uri="{0D108BD9-81ED-4DB2-BD59-A6C34878D82A}">
                    <a16:rowId xmlns:a16="http://schemas.microsoft.com/office/drawing/2014/main" val="1513607215"/>
                  </a:ext>
                </a:extLst>
              </a:tr>
              <a:tr h="1016852">
                <a:tc>
                  <a:txBody>
                    <a:bodyPr/>
                    <a:lstStyle/>
                    <a:p>
                      <a:r>
                        <a:rPr lang="es-MX" sz="2700" dirty="0"/>
                        <a:t>GUI</a:t>
                      </a:r>
                    </a:p>
                  </a:txBody>
                  <a:tcPr marL="137412" marR="137412" marT="68706" marB="68706"/>
                </a:tc>
                <a:tc>
                  <a:txBody>
                    <a:bodyPr/>
                    <a:lstStyle/>
                    <a:p>
                      <a:r>
                        <a:rPr lang="es-MX" sz="2700"/>
                        <a:t>Basada en Texto y Comandos</a:t>
                      </a:r>
                    </a:p>
                  </a:txBody>
                  <a:tcPr marL="137412" marR="137412" marT="68706" marB="68706"/>
                </a:tc>
                <a:tc>
                  <a:txBody>
                    <a:bodyPr/>
                    <a:lstStyle/>
                    <a:p>
                      <a:r>
                        <a:rPr lang="es-MX" sz="2700"/>
                        <a:t>Terminal, CMD</a:t>
                      </a:r>
                    </a:p>
                  </a:txBody>
                  <a:tcPr marL="137412" marR="137412" marT="68706" marB="68706"/>
                </a:tc>
                <a:extLst>
                  <a:ext uri="{0D108BD9-81ED-4DB2-BD59-A6C34878D82A}">
                    <a16:rowId xmlns:a16="http://schemas.microsoft.com/office/drawing/2014/main" val="712142580"/>
                  </a:ext>
                </a:extLst>
              </a:tr>
              <a:tr h="604615">
                <a:tc>
                  <a:txBody>
                    <a:bodyPr/>
                    <a:lstStyle/>
                    <a:p>
                      <a:r>
                        <a:rPr lang="es-MX" sz="2700"/>
                        <a:t>CLI</a:t>
                      </a:r>
                    </a:p>
                  </a:txBody>
                  <a:tcPr marL="137412" marR="137412" marT="68706" marB="68706"/>
                </a:tc>
                <a:tc>
                  <a:txBody>
                    <a:bodyPr/>
                    <a:lstStyle/>
                    <a:p>
                      <a:r>
                        <a:rPr lang="es-MX" sz="2700"/>
                        <a:t>Gráfica e Interactiva</a:t>
                      </a:r>
                    </a:p>
                  </a:txBody>
                  <a:tcPr marL="137412" marR="137412" marT="68706" marB="68706"/>
                </a:tc>
                <a:tc>
                  <a:txBody>
                    <a:bodyPr/>
                    <a:lstStyle/>
                    <a:p>
                      <a:r>
                        <a:rPr lang="es-MX" sz="2700"/>
                        <a:t>Windows, Excel</a:t>
                      </a:r>
                    </a:p>
                  </a:txBody>
                  <a:tcPr marL="137412" marR="137412" marT="68706" marB="68706"/>
                </a:tc>
                <a:extLst>
                  <a:ext uri="{0D108BD9-81ED-4DB2-BD59-A6C34878D82A}">
                    <a16:rowId xmlns:a16="http://schemas.microsoft.com/office/drawing/2014/main" val="1801058178"/>
                  </a:ext>
                </a:extLst>
              </a:tr>
              <a:tr h="1016852">
                <a:tc>
                  <a:txBody>
                    <a:bodyPr/>
                    <a:lstStyle/>
                    <a:p>
                      <a:r>
                        <a:rPr lang="es-MX" sz="2700"/>
                        <a:t>TUI</a:t>
                      </a:r>
                    </a:p>
                  </a:txBody>
                  <a:tcPr marL="137412" marR="137412" marT="68706" marB="68706"/>
                </a:tc>
                <a:tc>
                  <a:txBody>
                    <a:bodyPr/>
                    <a:lstStyle/>
                    <a:p>
                      <a:r>
                        <a:rPr lang="es-MX" sz="2700"/>
                        <a:t>Basada en Texto Estructurado</a:t>
                      </a:r>
                    </a:p>
                  </a:txBody>
                  <a:tcPr marL="137412" marR="137412" marT="68706" marB="68706"/>
                </a:tc>
                <a:tc>
                  <a:txBody>
                    <a:bodyPr/>
                    <a:lstStyle/>
                    <a:p>
                      <a:r>
                        <a:rPr lang="es-MX" sz="2700"/>
                        <a:t>Menús de consola</a:t>
                      </a:r>
                    </a:p>
                  </a:txBody>
                  <a:tcPr marL="137412" marR="137412" marT="68706" marB="68706"/>
                </a:tc>
                <a:extLst>
                  <a:ext uri="{0D108BD9-81ED-4DB2-BD59-A6C34878D82A}">
                    <a16:rowId xmlns:a16="http://schemas.microsoft.com/office/drawing/2014/main" val="2663909831"/>
                  </a:ext>
                </a:extLst>
              </a:tr>
              <a:tr h="604615">
                <a:tc>
                  <a:txBody>
                    <a:bodyPr/>
                    <a:lstStyle/>
                    <a:p>
                      <a:r>
                        <a:rPr lang="es-MX" sz="2700"/>
                        <a:t>NUI</a:t>
                      </a:r>
                    </a:p>
                  </a:txBody>
                  <a:tcPr marL="137412" marR="137412" marT="68706" marB="68706"/>
                </a:tc>
                <a:tc>
                  <a:txBody>
                    <a:bodyPr/>
                    <a:lstStyle/>
                    <a:p>
                      <a:r>
                        <a:rPr lang="es-MX" sz="2700"/>
                        <a:t>Natural (voz, gestos)</a:t>
                      </a:r>
                    </a:p>
                  </a:txBody>
                  <a:tcPr marL="137412" marR="137412" marT="68706" marB="68706"/>
                </a:tc>
                <a:tc>
                  <a:txBody>
                    <a:bodyPr/>
                    <a:lstStyle/>
                    <a:p>
                      <a:r>
                        <a:rPr lang="es-MX" sz="2700"/>
                        <a:t>Alexa, Kinect</a:t>
                      </a:r>
                    </a:p>
                  </a:txBody>
                  <a:tcPr marL="137412" marR="137412" marT="68706" marB="68706"/>
                </a:tc>
                <a:extLst>
                  <a:ext uri="{0D108BD9-81ED-4DB2-BD59-A6C34878D82A}">
                    <a16:rowId xmlns:a16="http://schemas.microsoft.com/office/drawing/2014/main" val="1367616401"/>
                  </a:ext>
                </a:extLst>
              </a:tr>
              <a:tr h="604615">
                <a:tc>
                  <a:txBody>
                    <a:bodyPr/>
                    <a:lstStyle/>
                    <a:p>
                      <a:r>
                        <a:rPr lang="es-MX" sz="2700"/>
                        <a:t>VUI</a:t>
                      </a:r>
                    </a:p>
                  </a:txBody>
                  <a:tcPr marL="137412" marR="137412" marT="68706" marB="68706"/>
                </a:tc>
                <a:tc>
                  <a:txBody>
                    <a:bodyPr/>
                    <a:lstStyle/>
                    <a:p>
                      <a:r>
                        <a:rPr lang="es-MX" sz="2700"/>
                        <a:t>Por Voz</a:t>
                      </a:r>
                    </a:p>
                  </a:txBody>
                  <a:tcPr marL="137412" marR="137412" marT="68706" marB="68706"/>
                </a:tc>
                <a:tc>
                  <a:txBody>
                    <a:bodyPr/>
                    <a:lstStyle/>
                    <a:p>
                      <a:r>
                        <a:rPr lang="es-MX" sz="2700" dirty="0"/>
                        <a:t>Siri, Google </a:t>
                      </a:r>
                      <a:r>
                        <a:rPr lang="es-MX" sz="2700" dirty="0" err="1"/>
                        <a:t>Assistan</a:t>
                      </a:r>
                      <a:endParaRPr lang="es-MX" sz="2700" dirty="0"/>
                    </a:p>
                  </a:txBody>
                  <a:tcPr marL="137412" marR="137412" marT="68706" marB="68706"/>
                </a:tc>
                <a:extLst>
                  <a:ext uri="{0D108BD9-81ED-4DB2-BD59-A6C34878D82A}">
                    <a16:rowId xmlns:a16="http://schemas.microsoft.com/office/drawing/2014/main" val="965702331"/>
                  </a:ext>
                </a:extLst>
              </a:tr>
            </a:tbl>
          </a:graphicData>
        </a:graphic>
      </p:graphicFrame>
    </p:spTree>
    <p:extLst>
      <p:ext uri="{BB962C8B-B14F-4D97-AF65-F5344CB8AC3E}">
        <p14:creationId xmlns:p14="http://schemas.microsoft.com/office/powerpoint/2010/main" val="3669362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F7B93-7C3D-77A1-3630-78E4E66FDFFC}"/>
            </a:ext>
          </a:extLst>
        </p:cNvPr>
        <p:cNvGrpSpPr/>
        <p:nvPr/>
      </p:nvGrpSpPr>
      <p:grpSpPr>
        <a:xfrm>
          <a:off x="0" y="0"/>
          <a:ext cx="0" cy="0"/>
          <a:chOff x="0" y="0"/>
          <a:chExt cx="0" cy="0"/>
        </a:xfrm>
      </p:grpSpPr>
      <p:sp useBgFill="1">
        <p:nvSpPr>
          <p:cNvPr id="1065" name="Rectangle 1056">
            <a:extLst>
              <a:ext uri="{FF2B5EF4-FFF2-40B4-BE49-F238E27FC236}">
                <a16:creationId xmlns:a16="http://schemas.microsoft.com/office/drawing/2014/main" id="{981834AD-E2B0-FC13-B72F-2089766A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58">
            <a:extLst>
              <a:ext uri="{FF2B5EF4-FFF2-40B4-BE49-F238E27FC236}">
                <a16:creationId xmlns:a16="http://schemas.microsoft.com/office/drawing/2014/main" id="{A64543CB-8531-E415-524B-BAD2D80F3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0">
            <a:extLst>
              <a:ext uri="{FF2B5EF4-FFF2-40B4-BE49-F238E27FC236}">
                <a16:creationId xmlns:a16="http://schemas.microsoft.com/office/drawing/2014/main" id="{123C397A-9BD9-F52F-36CE-735E93630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2">
            <a:extLst>
              <a:ext uri="{FF2B5EF4-FFF2-40B4-BE49-F238E27FC236}">
                <a16:creationId xmlns:a16="http://schemas.microsoft.com/office/drawing/2014/main" id="{0EFA93F4-2207-396C-24BE-F97B98E22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02C8464F-7395-3AE3-6608-A130E70604D7}"/>
              </a:ext>
            </a:extLst>
          </p:cNvPr>
          <p:cNvSpPr>
            <a:spLocks noGrp="1"/>
          </p:cNvSpPr>
          <p:nvPr>
            <p:ph type="title"/>
          </p:nvPr>
        </p:nvSpPr>
        <p:spPr>
          <a:xfrm>
            <a:off x="1371597" y="348865"/>
            <a:ext cx="10044023" cy="877729"/>
          </a:xfrm>
        </p:spPr>
        <p:txBody>
          <a:bodyPr anchor="ctr">
            <a:normAutofit/>
          </a:bodyPr>
          <a:lstStyle/>
          <a:p>
            <a:r>
              <a:rPr lang="es-MX" sz="4000" dirty="0">
                <a:solidFill>
                  <a:srgbClr val="FFFFFF"/>
                </a:solidFill>
              </a:rPr>
              <a:t>Ejemplos</a:t>
            </a:r>
          </a:p>
        </p:txBody>
      </p:sp>
      <p:graphicFrame>
        <p:nvGraphicFramePr>
          <p:cNvPr id="5" name="Marcador de contenido 2">
            <a:extLst>
              <a:ext uri="{FF2B5EF4-FFF2-40B4-BE49-F238E27FC236}">
                <a16:creationId xmlns:a16="http://schemas.microsoft.com/office/drawing/2014/main" id="{39A1C474-49A0-0149-8077-571B252A1A01}"/>
              </a:ext>
            </a:extLst>
          </p:cNvPr>
          <p:cNvGraphicFramePr>
            <a:graphicFrameLocks noGrp="1"/>
          </p:cNvGraphicFramePr>
          <p:nvPr>
            <p:ph idx="1"/>
            <p:extLst>
              <p:ext uri="{D42A27DB-BD31-4B8C-83A1-F6EECF244321}">
                <p14:modId xmlns:p14="http://schemas.microsoft.com/office/powerpoint/2010/main" val="2489908569"/>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356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83C17A-D0B2-692A-7F16-1AC5AF4C6AB0}"/>
            </a:ext>
          </a:extLst>
        </p:cNvPr>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BF34EE90-13BC-3BAA-5A77-AA9B8C183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B3CF7CE6-D743-F339-B14E-9B067CAFF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2">
            <a:extLst>
              <a:ext uri="{FF2B5EF4-FFF2-40B4-BE49-F238E27FC236}">
                <a16:creationId xmlns:a16="http://schemas.microsoft.com/office/drawing/2014/main" id="{E179BD62-EA7B-05EA-EE32-95FFF20AD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3EBB38-BDE0-A685-90C2-10D0C64E8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83239B-7B4B-366B-A93B-F7D79ECF1293}"/>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s-MX" sz="4000" dirty="0">
                <a:solidFill>
                  <a:schemeClr val="bg1"/>
                </a:solidFill>
              </a:rPr>
              <a:t>Principios del diseño de interfaces</a:t>
            </a:r>
            <a:endParaRPr lang="en-US" sz="4000" kern="1200" dirty="0">
              <a:solidFill>
                <a:schemeClr val="bg1"/>
              </a:solidFill>
              <a:latin typeface="+mj-lt"/>
              <a:ea typeface="+mj-ea"/>
              <a:cs typeface="+mj-cs"/>
            </a:endParaRPr>
          </a:p>
        </p:txBody>
      </p:sp>
      <p:graphicFrame>
        <p:nvGraphicFramePr>
          <p:cNvPr id="3" name="Rectangle 1">
            <a:extLst>
              <a:ext uri="{FF2B5EF4-FFF2-40B4-BE49-F238E27FC236}">
                <a16:creationId xmlns:a16="http://schemas.microsoft.com/office/drawing/2014/main" id="{5535D975-1A2C-5064-8FD7-3A2AFB4159AC}"/>
              </a:ext>
            </a:extLst>
          </p:cNvPr>
          <p:cNvGraphicFramePr>
            <a:graphicFrameLocks noGrp="1"/>
          </p:cNvGraphicFramePr>
          <p:nvPr>
            <p:ph idx="1"/>
            <p:extLst>
              <p:ext uri="{D42A27DB-BD31-4B8C-83A1-F6EECF244321}">
                <p14:modId xmlns:p14="http://schemas.microsoft.com/office/powerpoint/2010/main" val="2734718364"/>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0499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B64E3D-98A8-5824-DD38-B406971C68D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48D041-1A9A-BE0B-8F43-DCC45D46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8F4045-47C6-045C-D99D-29A3A5A937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C6F8B5-BE60-0BA8-AEF3-13AE327227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4F8AC8-799D-B091-B654-8B5B3106A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0BC81CC-9C01-47E3-EEAF-0DFE62EF2F10}"/>
              </a:ext>
            </a:extLst>
          </p:cNvPr>
          <p:cNvSpPr>
            <a:spLocks noGrp="1"/>
          </p:cNvSpPr>
          <p:nvPr>
            <p:ph type="title"/>
          </p:nvPr>
        </p:nvSpPr>
        <p:spPr>
          <a:xfrm>
            <a:off x="1371597" y="348865"/>
            <a:ext cx="10044023" cy="877729"/>
          </a:xfrm>
        </p:spPr>
        <p:txBody>
          <a:bodyPr anchor="ctr">
            <a:normAutofit/>
          </a:bodyPr>
          <a:lstStyle/>
          <a:p>
            <a:r>
              <a:rPr lang="es-ES" sz="4000">
                <a:solidFill>
                  <a:srgbClr val="FFFFFF"/>
                </a:solidFill>
              </a:rPr>
              <a:t>Capaz de Interfaz de Usuario</a:t>
            </a:r>
            <a:endParaRPr lang="es-MX" sz="4000" dirty="0">
              <a:solidFill>
                <a:srgbClr val="FFFFFF"/>
              </a:solidFill>
            </a:endParaRPr>
          </a:p>
        </p:txBody>
      </p:sp>
      <p:graphicFrame>
        <p:nvGraphicFramePr>
          <p:cNvPr id="7" name="Diagrama 6">
            <a:extLst>
              <a:ext uri="{FF2B5EF4-FFF2-40B4-BE49-F238E27FC236}">
                <a16:creationId xmlns:a16="http://schemas.microsoft.com/office/drawing/2014/main" id="{B61D0796-64E1-FEFE-3285-1E365EDA9847}"/>
              </a:ext>
            </a:extLst>
          </p:cNvPr>
          <p:cNvGraphicFramePr/>
          <p:nvPr>
            <p:extLst>
              <p:ext uri="{D42A27DB-BD31-4B8C-83A1-F6EECF244321}">
                <p14:modId xmlns:p14="http://schemas.microsoft.com/office/powerpoint/2010/main" val="3937739463"/>
              </p:ext>
            </p:extLst>
          </p:nvPr>
        </p:nvGraphicFramePr>
        <p:xfrm>
          <a:off x="883490" y="1272088"/>
          <a:ext cx="10425020" cy="5562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2642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328D02-3C08-C1AF-78A1-47E7FDFAA0A4}"/>
            </a:ext>
          </a:extLst>
        </p:cNvPr>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30B78D86-818A-56AC-B121-028FB8BFC0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07DD18C9-7070-97E2-E72C-1B85E0F98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2">
            <a:extLst>
              <a:ext uri="{FF2B5EF4-FFF2-40B4-BE49-F238E27FC236}">
                <a16:creationId xmlns:a16="http://schemas.microsoft.com/office/drawing/2014/main" id="{40C3B1AC-BAEC-F5E2-B2E8-03DA17FDF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725D540-BCDE-47EF-CB3F-F072DCA58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5459A88-0C99-0E5B-7DA0-4845370F53F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err="1">
                <a:solidFill>
                  <a:schemeClr val="bg1"/>
                </a:solidFill>
                <a:latin typeface="+mj-lt"/>
                <a:ea typeface="+mj-ea"/>
                <a:cs typeface="+mj-cs"/>
              </a:rPr>
              <a:t>Componentes</a:t>
            </a:r>
            <a:r>
              <a:rPr lang="en-US" sz="4000" kern="1200" dirty="0">
                <a:solidFill>
                  <a:schemeClr val="bg1"/>
                </a:solidFill>
                <a:latin typeface="+mj-lt"/>
                <a:ea typeface="+mj-ea"/>
                <a:cs typeface="+mj-cs"/>
              </a:rPr>
              <a:t> de la </a:t>
            </a:r>
            <a:r>
              <a:rPr lang="en-US" sz="4000" kern="1200" dirty="0" err="1">
                <a:solidFill>
                  <a:schemeClr val="bg1"/>
                </a:solidFill>
                <a:latin typeface="+mj-lt"/>
                <a:ea typeface="+mj-ea"/>
                <a:cs typeface="+mj-cs"/>
              </a:rPr>
              <a:t>Interfaz</a:t>
            </a:r>
            <a:endParaRPr lang="en-US" sz="4000" kern="1200" dirty="0">
              <a:solidFill>
                <a:schemeClr val="bg1"/>
              </a:solidFill>
              <a:latin typeface="+mj-lt"/>
              <a:ea typeface="+mj-ea"/>
              <a:cs typeface="+mj-cs"/>
            </a:endParaRPr>
          </a:p>
        </p:txBody>
      </p:sp>
      <p:graphicFrame>
        <p:nvGraphicFramePr>
          <p:cNvPr id="6" name="Diagrama 5">
            <a:extLst>
              <a:ext uri="{FF2B5EF4-FFF2-40B4-BE49-F238E27FC236}">
                <a16:creationId xmlns:a16="http://schemas.microsoft.com/office/drawing/2014/main" id="{4EFE0ABA-C56E-55A3-E8A9-E34BE63C4A44}"/>
              </a:ext>
            </a:extLst>
          </p:cNvPr>
          <p:cNvGraphicFramePr/>
          <p:nvPr>
            <p:extLst>
              <p:ext uri="{D42A27DB-BD31-4B8C-83A1-F6EECF244321}">
                <p14:modId xmlns:p14="http://schemas.microsoft.com/office/powerpoint/2010/main" val="1994688186"/>
              </p:ext>
            </p:extLst>
          </p:nvPr>
        </p:nvGraphicFramePr>
        <p:xfrm>
          <a:off x="1781175" y="1822348"/>
          <a:ext cx="8378825" cy="43159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3494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DF80E-14C7-C4BD-C83C-A18F118097E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ED0D27-C3FC-CDC9-7BB2-752F6A241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F422793-0684-13C7-DFF0-B51FDF5ACE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592C2E1-9728-FA71-3ED3-39E41A151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1E1E37-5321-8E58-E619-662EFF60D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E7A938B-914E-089B-C667-EFB41E546596}"/>
              </a:ext>
            </a:extLst>
          </p:cNvPr>
          <p:cNvSpPr>
            <a:spLocks noGrp="1"/>
          </p:cNvSpPr>
          <p:nvPr>
            <p:ph type="title"/>
          </p:nvPr>
        </p:nvSpPr>
        <p:spPr>
          <a:xfrm>
            <a:off x="1371597" y="348865"/>
            <a:ext cx="10044023" cy="877729"/>
          </a:xfrm>
        </p:spPr>
        <p:txBody>
          <a:bodyPr anchor="ctr">
            <a:normAutofit/>
          </a:bodyPr>
          <a:lstStyle/>
          <a:p>
            <a:r>
              <a:rPr lang="es-ES" sz="4000" dirty="0">
                <a:solidFill>
                  <a:srgbClr val="FFFFFF"/>
                </a:solidFill>
              </a:rPr>
              <a:t>Componentes Visuales del Front-</a:t>
            </a:r>
            <a:r>
              <a:rPr lang="es-ES" sz="4000" dirty="0" err="1">
                <a:solidFill>
                  <a:srgbClr val="FFFFFF"/>
                </a:solidFill>
              </a:rPr>
              <a:t>End</a:t>
            </a:r>
            <a:endParaRPr lang="es-MX" sz="4000" dirty="0">
              <a:solidFill>
                <a:srgbClr val="FFFFFF"/>
              </a:solidFill>
            </a:endParaRPr>
          </a:p>
        </p:txBody>
      </p:sp>
      <p:graphicFrame>
        <p:nvGraphicFramePr>
          <p:cNvPr id="5" name="Marcador de contenido 2">
            <a:extLst>
              <a:ext uri="{FF2B5EF4-FFF2-40B4-BE49-F238E27FC236}">
                <a16:creationId xmlns:a16="http://schemas.microsoft.com/office/drawing/2014/main" id="{E3D7507E-DE0C-C972-8EBD-99B4A10C2918}"/>
              </a:ext>
            </a:extLst>
          </p:cNvPr>
          <p:cNvGraphicFramePr>
            <a:graphicFrameLocks noGrp="1"/>
          </p:cNvGraphicFramePr>
          <p:nvPr>
            <p:ph idx="1"/>
            <p:extLst>
              <p:ext uri="{D42A27DB-BD31-4B8C-83A1-F6EECF244321}">
                <p14:modId xmlns:p14="http://schemas.microsoft.com/office/powerpoint/2010/main" val="1567557645"/>
              </p:ext>
            </p:extLst>
          </p:nvPr>
        </p:nvGraphicFramePr>
        <p:xfrm>
          <a:off x="975360" y="1767483"/>
          <a:ext cx="10241280" cy="4592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6120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6DEFF6-F748-9A89-D8D1-F2405462C004}"/>
            </a:ext>
          </a:extLst>
        </p:cNvPr>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a 5">
            <a:extLst>
              <a:ext uri="{FF2B5EF4-FFF2-40B4-BE49-F238E27FC236}">
                <a16:creationId xmlns:a16="http://schemas.microsoft.com/office/drawing/2014/main" id="{E7CCC2D8-1BB7-B28C-B5CA-38F5FEEA8F52}"/>
              </a:ext>
            </a:extLst>
          </p:cNvPr>
          <p:cNvGraphicFramePr/>
          <p:nvPr>
            <p:extLst>
              <p:ext uri="{D42A27DB-BD31-4B8C-83A1-F6EECF244321}">
                <p14:modId xmlns:p14="http://schemas.microsoft.com/office/powerpoint/2010/main" val="1072797720"/>
              </p:ext>
            </p:extLst>
          </p:nvPr>
        </p:nvGraphicFramePr>
        <p:xfrm>
          <a:off x="838200" y="323850"/>
          <a:ext cx="10991850" cy="5857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5210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91D8CF-FD6B-3F82-69EC-6ABA8D93E3C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D84D44F-ECA5-EBE2-1E43-1CAE4EC9BE7F}"/>
              </a:ext>
            </a:extLst>
          </p:cNvPr>
          <p:cNvSpPr>
            <a:spLocks noGrp="1"/>
          </p:cNvSpPr>
          <p:nvPr>
            <p:ph type="title"/>
          </p:nvPr>
        </p:nvSpPr>
        <p:spPr>
          <a:xfrm>
            <a:off x="1371597" y="348865"/>
            <a:ext cx="10044023" cy="877729"/>
          </a:xfrm>
        </p:spPr>
        <p:txBody>
          <a:bodyPr anchor="ctr">
            <a:normAutofit/>
          </a:bodyPr>
          <a:lstStyle/>
          <a:p>
            <a:pPr lvl="0"/>
            <a:r>
              <a:rPr lang="es-MX" sz="3400" b="0" i="0" dirty="0">
                <a:solidFill>
                  <a:srgbClr val="FFFFFF"/>
                </a:solidFill>
              </a:rPr>
              <a:t>Lenguajes de Programación orientados a los servidores</a:t>
            </a:r>
            <a:endParaRPr lang="es-MX" sz="3400" b="0" dirty="0">
              <a:solidFill>
                <a:srgbClr val="FFFFFF"/>
              </a:solidFill>
            </a:endParaRPr>
          </a:p>
        </p:txBody>
      </p:sp>
      <p:graphicFrame>
        <p:nvGraphicFramePr>
          <p:cNvPr id="18" name="Marcador de contenido 3">
            <a:extLst>
              <a:ext uri="{FF2B5EF4-FFF2-40B4-BE49-F238E27FC236}">
                <a16:creationId xmlns:a16="http://schemas.microsoft.com/office/drawing/2014/main" id="{BC92AD14-274D-40CA-3E02-A8AF09586289}"/>
              </a:ext>
            </a:extLst>
          </p:cNvPr>
          <p:cNvGraphicFramePr>
            <a:graphicFrameLocks noGrp="1"/>
          </p:cNvGraphicFramePr>
          <p:nvPr>
            <p:ph idx="1"/>
            <p:extLst>
              <p:ext uri="{D42A27DB-BD31-4B8C-83A1-F6EECF244321}">
                <p14:modId xmlns:p14="http://schemas.microsoft.com/office/powerpoint/2010/main" val="155808776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5831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BC90E3-CC5C-12ED-25AA-C346BCDB0D25}"/>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4283AF6-74A3-5DA4-9157-1B5C04ABC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7B854B5-4B58-65E6-AC76-C908A0A19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75A8E6-4B53-5233-5B33-D168EDF90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ACBFBCA-FEB2-E42E-56D0-5C32373CB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C945E19-8702-C8CB-7734-219D010DA7E9}"/>
              </a:ext>
            </a:extLst>
          </p:cNvPr>
          <p:cNvSpPr>
            <a:spLocks noGrp="1"/>
          </p:cNvSpPr>
          <p:nvPr>
            <p:ph type="title"/>
          </p:nvPr>
        </p:nvSpPr>
        <p:spPr>
          <a:xfrm>
            <a:off x="1371597" y="348865"/>
            <a:ext cx="10044023" cy="877729"/>
          </a:xfrm>
        </p:spPr>
        <p:txBody>
          <a:bodyPr anchor="ctr">
            <a:normAutofit/>
          </a:bodyPr>
          <a:lstStyle/>
          <a:p>
            <a:pPr lvl="0"/>
            <a:r>
              <a:rPr lang="es-MX" sz="3400" b="0" dirty="0" err="1">
                <a:solidFill>
                  <a:srgbClr val="FFFFFF"/>
                </a:solidFill>
              </a:rPr>
              <a:t>Frameworks</a:t>
            </a:r>
            <a:r>
              <a:rPr lang="es-MX" sz="3400" b="0" dirty="0">
                <a:solidFill>
                  <a:srgbClr val="FFFFFF"/>
                </a:solidFill>
              </a:rPr>
              <a:t> de Back-</a:t>
            </a:r>
            <a:r>
              <a:rPr lang="es-MX" sz="3400" b="0" dirty="0" err="1">
                <a:solidFill>
                  <a:srgbClr val="FFFFFF"/>
                </a:solidFill>
              </a:rPr>
              <a:t>end</a:t>
            </a:r>
            <a:endParaRPr lang="es-MX" sz="3400" b="0" dirty="0">
              <a:solidFill>
                <a:srgbClr val="FFFFFF"/>
              </a:solidFill>
            </a:endParaRPr>
          </a:p>
        </p:txBody>
      </p:sp>
      <p:graphicFrame>
        <p:nvGraphicFramePr>
          <p:cNvPr id="7" name="Marcador de contenido 6">
            <a:extLst>
              <a:ext uri="{FF2B5EF4-FFF2-40B4-BE49-F238E27FC236}">
                <a16:creationId xmlns:a16="http://schemas.microsoft.com/office/drawing/2014/main" id="{63D6C7EA-6A71-D7C3-D462-5E6E572DD7CA}"/>
              </a:ext>
            </a:extLst>
          </p:cNvPr>
          <p:cNvGraphicFramePr>
            <a:graphicFrameLocks noGrp="1"/>
          </p:cNvGraphicFramePr>
          <p:nvPr>
            <p:ph idx="1"/>
            <p:extLst>
              <p:ext uri="{D42A27DB-BD31-4B8C-83A1-F6EECF244321}">
                <p14:modId xmlns:p14="http://schemas.microsoft.com/office/powerpoint/2010/main" val="2010598734"/>
              </p:ext>
            </p:extLst>
          </p:nvPr>
        </p:nvGraphicFramePr>
        <p:xfrm>
          <a:off x="1019175" y="1924821"/>
          <a:ext cx="10334625" cy="42521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400173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5595</TotalTime>
  <Words>440</Words>
  <Application>Microsoft Office PowerPoint</Application>
  <PresentationFormat>Panorámica</PresentationFormat>
  <Paragraphs>113</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Aptos</vt:lpstr>
      <vt:lpstr>Aptos Display</vt:lpstr>
      <vt:lpstr>Arial</vt:lpstr>
      <vt:lpstr>Tema de Office</vt:lpstr>
      <vt:lpstr>Interfaces Gráficas (GUI)</vt:lpstr>
      <vt:lpstr>¿Qué es una interfaz gráfica de usuario? (GUI)</vt:lpstr>
      <vt:lpstr>Breve Historia de las GUIs</vt:lpstr>
      <vt:lpstr>Tipos de Interfaces de Usuario</vt:lpstr>
      <vt:lpstr>Ejemplos</vt:lpstr>
      <vt:lpstr>Principios del diseño de interfaces</vt:lpstr>
      <vt:lpstr>Capaz de Interfaz de Usuario</vt:lpstr>
      <vt:lpstr>Componentes de la Interfaz</vt:lpstr>
      <vt:lpstr>Componentes Visuales del Front-End</vt:lpstr>
      <vt:lpstr>Presentación de PowerPoint</vt:lpstr>
      <vt:lpstr>Lenguajes de Programación orientados a los servidores</vt:lpstr>
      <vt:lpstr>Frameworks de Back-end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Pulido Rosas</dc:creator>
  <cp:lastModifiedBy>Carlos Pulido Rosas</cp:lastModifiedBy>
  <cp:revision>1</cp:revision>
  <dcterms:created xsi:type="dcterms:W3CDTF">2025-10-17T02:46:45Z</dcterms:created>
  <dcterms:modified xsi:type="dcterms:W3CDTF">2025-10-21T00:01:53Z</dcterms:modified>
</cp:coreProperties>
</file>